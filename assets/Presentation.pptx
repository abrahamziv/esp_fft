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E5F5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BF85E1-F36E-4FDC-BAF8-1A07666A0FEF}" v="2692" dt="2026-05-03T09:08:38.6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v Abraham" userId="c4913433ebff2b9d" providerId="LiveId" clId="{3DCE9E76-4607-4482-828F-6A8054342288}"/>
    <pc:docChg chg="undo custSel addSld delSld modSld modMainMaster">
      <pc:chgData name="Ziv Abraham" userId="c4913433ebff2b9d" providerId="LiveId" clId="{3DCE9E76-4607-4482-828F-6A8054342288}" dt="2026-05-03T09:08:49.006" v="5055" actId="14100"/>
      <pc:docMkLst>
        <pc:docMk/>
      </pc:docMkLst>
      <pc:sldChg chg="addSp modSp mod setBg">
        <pc:chgData name="Ziv Abraham" userId="c4913433ebff2b9d" providerId="LiveId" clId="{3DCE9E76-4607-4482-828F-6A8054342288}" dt="2026-05-03T07:45:30.176" v="2821"/>
        <pc:sldMkLst>
          <pc:docMk/>
          <pc:sldMk cId="1517884398" sldId="256"/>
        </pc:sldMkLst>
        <pc:spChg chg="add mod">
          <ac:chgData name="Ziv Abraham" userId="c4913433ebff2b9d" providerId="LiveId" clId="{3DCE9E76-4607-4482-828F-6A8054342288}" dt="2026-05-01T11:51:25.715" v="614" actId="20577"/>
          <ac:spMkLst>
            <pc:docMk/>
            <pc:sldMk cId="1517884398" sldId="256"/>
            <ac:spMk id="2" creationId="{3D8052AA-D399-7855-FB30-531E5F02FC46}"/>
          </ac:spMkLst>
        </pc:spChg>
        <pc:spChg chg="add mod">
          <ac:chgData name="Ziv Abraham" userId="c4913433ebff2b9d" providerId="LiveId" clId="{3DCE9E76-4607-4482-828F-6A8054342288}" dt="2026-05-01T11:28:02.036" v="532" actId="26606"/>
          <ac:spMkLst>
            <pc:docMk/>
            <pc:sldMk cId="1517884398" sldId="256"/>
            <ac:spMk id="3" creationId="{3082EC76-5D65-E294-F6B4-73A2642C1105}"/>
          </ac:spMkLst>
        </pc:spChg>
        <pc:spChg chg="add">
          <ac:chgData name="Ziv Abraham" userId="c4913433ebff2b9d" providerId="LiveId" clId="{3DCE9E76-4607-4482-828F-6A8054342288}" dt="2026-05-01T11:28:02.036" v="532" actId="26606"/>
          <ac:spMkLst>
            <pc:docMk/>
            <pc:sldMk cId="1517884398" sldId="256"/>
            <ac:spMk id="9" creationId="{EB0222B5-B739-82A9-5CCC-C5585AE12A69}"/>
          </ac:spMkLst>
        </pc:spChg>
        <pc:spChg chg="add">
          <ac:chgData name="Ziv Abraham" userId="c4913433ebff2b9d" providerId="LiveId" clId="{3DCE9E76-4607-4482-828F-6A8054342288}" dt="2026-05-01T11:28:02.036" v="532" actId="26606"/>
          <ac:spMkLst>
            <pc:docMk/>
            <pc:sldMk cId="1517884398" sldId="256"/>
            <ac:spMk id="11" creationId="{5BE23E75-E7E9-4D9F-6D25-5512363F8621}"/>
          </ac:spMkLst>
        </pc:spChg>
        <pc:picChg chg="add">
          <ac:chgData name="Ziv Abraham" userId="c4913433ebff2b9d" providerId="LiveId" clId="{3DCE9E76-4607-4482-828F-6A8054342288}" dt="2026-05-01T11:28:02.036" v="532" actId="26606"/>
          <ac:picMkLst>
            <pc:docMk/>
            <pc:sldMk cId="1517884398" sldId="256"/>
            <ac:picMk id="5" creationId="{F3656BCA-DB43-1574-0B18-764A859617C6}"/>
          </ac:picMkLst>
        </pc:picChg>
        <pc:cxnChg chg="add">
          <ac:chgData name="Ziv Abraham" userId="c4913433ebff2b9d" providerId="LiveId" clId="{3DCE9E76-4607-4482-828F-6A8054342288}" dt="2026-05-01T11:28:02.036" v="532" actId="26606"/>
          <ac:cxnSpMkLst>
            <pc:docMk/>
            <pc:sldMk cId="1517884398" sldId="256"/>
            <ac:cxnSpMk id="13" creationId="{61B115DB-65EB-3FC3-7284-CFDF4ADC60B6}"/>
          </ac:cxnSpMkLst>
        </pc:cxnChg>
      </pc:sldChg>
      <pc:sldChg chg="addSp delSp modSp add mod setBg">
        <pc:chgData name="Ziv Abraham" userId="c4913433ebff2b9d" providerId="LiveId" clId="{3DCE9E76-4607-4482-828F-6A8054342288}" dt="2026-05-03T09:06:06.850" v="4908" actId="27636"/>
        <pc:sldMkLst>
          <pc:docMk/>
          <pc:sldMk cId="258052296" sldId="257"/>
        </pc:sldMkLst>
        <pc:spChg chg="add del mod ord">
          <ac:chgData name="Ziv Abraham" userId="c4913433ebff2b9d" providerId="LiveId" clId="{3DCE9E76-4607-4482-828F-6A8054342288}" dt="2026-05-03T08:54:37.735" v="4623" actId="14100"/>
          <ac:spMkLst>
            <pc:docMk/>
            <pc:sldMk cId="258052296" sldId="257"/>
            <ac:spMk id="7" creationId="{E727825D-8D5D-51C3-2348-CDE173B1C4DE}"/>
          </ac:spMkLst>
        </pc:spChg>
        <pc:spChg chg="add mod">
          <ac:chgData name="Ziv Abraham" userId="c4913433ebff2b9d" providerId="LiveId" clId="{3DCE9E76-4607-4482-828F-6A8054342288}" dt="2026-05-03T09:06:06.850" v="4908" actId="27636"/>
          <ac:spMkLst>
            <pc:docMk/>
            <pc:sldMk cId="258052296" sldId="257"/>
            <ac:spMk id="12" creationId="{025755C4-A103-A728-5FF4-1FAEAD92363B}"/>
          </ac:spMkLst>
        </pc:spChg>
        <pc:spChg chg="add">
          <ac:chgData name="Ziv Abraham" userId="c4913433ebff2b9d" providerId="LiveId" clId="{3DCE9E76-4607-4482-828F-6A8054342288}" dt="2026-05-01T11:28:32.021" v="548" actId="26606"/>
          <ac:spMkLst>
            <pc:docMk/>
            <pc:sldMk cId="258052296" sldId="257"/>
            <ac:spMk id="50" creationId="{DBC6133C-0615-4CE4-9132-37E609A9BDFA}"/>
          </ac:spMkLst>
        </pc:spChg>
        <pc:spChg chg="add">
          <ac:chgData name="Ziv Abraham" userId="c4913433ebff2b9d" providerId="LiveId" clId="{3DCE9E76-4607-4482-828F-6A8054342288}" dt="2026-05-01T11:28:32.021" v="548" actId="26606"/>
          <ac:spMkLst>
            <pc:docMk/>
            <pc:sldMk cId="258052296" sldId="257"/>
            <ac:spMk id="51" creationId="{169CC832-2974-4E8D-90ED-3E2941BA7336}"/>
          </ac:spMkLst>
        </pc:spChg>
        <pc:spChg chg="add">
          <ac:chgData name="Ziv Abraham" userId="c4913433ebff2b9d" providerId="LiveId" clId="{3DCE9E76-4607-4482-828F-6A8054342288}" dt="2026-05-01T11:28:32.021" v="548" actId="26606"/>
          <ac:spMkLst>
            <pc:docMk/>
            <pc:sldMk cId="258052296" sldId="257"/>
            <ac:spMk id="52" creationId="{55222F96-971A-4F90-B841-6BAB416C7AC1}"/>
          </ac:spMkLst>
        </pc:spChg>
        <pc:spChg chg="add">
          <ac:chgData name="Ziv Abraham" userId="c4913433ebff2b9d" providerId="LiveId" clId="{3DCE9E76-4607-4482-828F-6A8054342288}" dt="2026-05-01T11:28:32.021" v="548" actId="26606"/>
          <ac:spMkLst>
            <pc:docMk/>
            <pc:sldMk cId="258052296" sldId="257"/>
            <ac:spMk id="53" creationId="{08980754-6F4B-43C9-B9BE-127B6BED6586}"/>
          </ac:spMkLst>
        </pc:spChg>
        <pc:spChg chg="add">
          <ac:chgData name="Ziv Abraham" userId="c4913433ebff2b9d" providerId="LiveId" clId="{3DCE9E76-4607-4482-828F-6A8054342288}" dt="2026-05-01T11:28:32.021" v="548" actId="26606"/>
          <ac:spMkLst>
            <pc:docMk/>
            <pc:sldMk cId="258052296" sldId="257"/>
            <ac:spMk id="54" creationId="{2C1BBA94-3F40-40AA-8BB9-E69E25E537C1}"/>
          </ac:spMkLst>
        </pc:spChg>
        <pc:picChg chg="add mod ord">
          <ac:chgData name="Ziv Abraham" userId="c4913433ebff2b9d" providerId="LiveId" clId="{3DCE9E76-4607-4482-828F-6A8054342288}" dt="2026-05-01T11:28:32.021" v="548" actId="26606"/>
          <ac:picMkLst>
            <pc:docMk/>
            <pc:sldMk cId="258052296" sldId="257"/>
            <ac:picMk id="11" creationId="{2463ABA3-3AE8-0466-785A-3BE179C4C256}"/>
          </ac:picMkLst>
        </pc:picChg>
      </pc:sldChg>
      <pc:sldChg chg="addSp delSp modSp add mod setBg">
        <pc:chgData name="Ziv Abraham" userId="c4913433ebff2b9d" providerId="LiveId" clId="{3DCE9E76-4607-4482-828F-6A8054342288}" dt="2026-05-03T08:54:57.289" v="4626" actId="2711"/>
        <pc:sldMkLst>
          <pc:docMk/>
          <pc:sldMk cId="1512192545" sldId="258"/>
        </pc:sldMkLst>
        <pc:spChg chg="add mod">
          <ac:chgData name="Ziv Abraham" userId="c4913433ebff2b9d" providerId="LiveId" clId="{3DCE9E76-4607-4482-828F-6A8054342288}" dt="2026-05-03T08:54:57.289" v="4626" actId="2711"/>
          <ac:spMkLst>
            <pc:docMk/>
            <pc:sldMk cId="1512192545" sldId="258"/>
            <ac:spMk id="3" creationId="{AC8036B7-31C5-ED0E-54A6-4AFB94023E01}"/>
          </ac:spMkLst>
        </pc:spChg>
        <pc:spChg chg="mod">
          <ac:chgData name="Ziv Abraham" userId="c4913433ebff2b9d" providerId="LiveId" clId="{3DCE9E76-4607-4482-828F-6A8054342288}" dt="2026-05-03T08:54:45.279" v="4625" actId="108"/>
          <ac:spMkLst>
            <pc:docMk/>
            <pc:sldMk cId="1512192545" sldId="258"/>
            <ac:spMk id="7" creationId="{20CEF1BD-6E82-C9F5-6315-B902AE678C1B}"/>
          </ac:spMkLst>
        </pc:spChg>
        <pc:spChg chg="mod">
          <ac:chgData name="Ziv Abraham" userId="c4913433ebff2b9d" providerId="LiveId" clId="{3DCE9E76-4607-4482-828F-6A8054342288}" dt="2026-05-03T08:54:57.289" v="4626" actId="2711"/>
          <ac:spMkLst>
            <pc:docMk/>
            <pc:sldMk cId="1512192545" sldId="258"/>
            <ac:spMk id="12" creationId="{35DD9D8F-53DF-CF0E-9B60-CF3921841F7A}"/>
          </ac:spMkLst>
        </pc:spChg>
        <pc:graphicFrameChg chg="add mod modGraphic">
          <ac:chgData name="Ziv Abraham" userId="c4913433ebff2b9d" providerId="LiveId" clId="{3DCE9E76-4607-4482-828F-6A8054342288}" dt="2026-05-03T08:54:57.289" v="4626" actId="2711"/>
          <ac:graphicFrameMkLst>
            <pc:docMk/>
            <pc:sldMk cId="1512192545" sldId="258"/>
            <ac:graphicFrameMk id="2" creationId="{D5FE1567-6450-8FE7-CD32-90216FA63996}"/>
          </ac:graphicFrameMkLst>
        </pc:graphicFrameChg>
      </pc:sldChg>
      <pc:sldChg chg="new del">
        <pc:chgData name="Ziv Abraham" userId="c4913433ebff2b9d" providerId="LiveId" clId="{3DCE9E76-4607-4482-828F-6A8054342288}" dt="2026-05-03T07:45:15.207" v="2820" actId="47"/>
        <pc:sldMkLst>
          <pc:docMk/>
          <pc:sldMk cId="723258615" sldId="259"/>
        </pc:sldMkLst>
      </pc:sldChg>
      <pc:sldChg chg="addSp delSp modSp add mod setBg">
        <pc:chgData name="Ziv Abraham" userId="c4913433ebff2b9d" providerId="LiveId" clId="{3DCE9E76-4607-4482-828F-6A8054342288}" dt="2026-05-03T09:08:49.006" v="5055" actId="14100"/>
        <pc:sldMkLst>
          <pc:docMk/>
          <pc:sldMk cId="299412291" sldId="260"/>
        </pc:sldMkLst>
        <pc:spChg chg="del">
          <ac:chgData name="Ziv Abraham" userId="c4913433ebff2b9d" providerId="LiveId" clId="{3DCE9E76-4607-4482-828F-6A8054342288}" dt="2026-05-03T08:45:29.520" v="4469" actId="478"/>
          <ac:spMkLst>
            <pc:docMk/>
            <pc:sldMk cId="299412291" sldId="260"/>
            <ac:spMk id="3" creationId="{BDE4D6A9-5A7F-4CEC-F157-6344BA9825F6}"/>
          </ac:spMkLst>
        </pc:spChg>
        <pc:spChg chg="add del mod">
          <ac:chgData name="Ziv Abraham" userId="c4913433ebff2b9d" providerId="LiveId" clId="{3DCE9E76-4607-4482-828F-6A8054342288}" dt="2026-05-03T07:53:35.026" v="3597" actId="478"/>
          <ac:spMkLst>
            <pc:docMk/>
            <pc:sldMk cId="299412291" sldId="260"/>
            <ac:spMk id="5" creationId="{EF4841FF-B2FC-9020-886C-9D29147E9912}"/>
          </ac:spMkLst>
        </pc:spChg>
        <pc:spChg chg="mod">
          <ac:chgData name="Ziv Abraham" userId="c4913433ebff2b9d" providerId="LiveId" clId="{3DCE9E76-4607-4482-828F-6A8054342288}" dt="2026-05-03T08:54:40.365" v="4624" actId="108"/>
          <ac:spMkLst>
            <pc:docMk/>
            <pc:sldMk cId="299412291" sldId="260"/>
            <ac:spMk id="7" creationId="{C10BFB91-FED0-D611-213E-1CE17DE9425D}"/>
          </ac:spMkLst>
        </pc:spChg>
        <pc:spChg chg="add del mod">
          <ac:chgData name="Ziv Abraham" userId="c4913433ebff2b9d" providerId="LiveId" clId="{3DCE9E76-4607-4482-828F-6A8054342288}" dt="2026-05-03T09:08:49.006" v="5055" actId="14100"/>
          <ac:spMkLst>
            <pc:docMk/>
            <pc:sldMk cId="299412291" sldId="260"/>
            <ac:spMk id="12" creationId="{A7569F0F-F547-146D-68F5-9B9367B99BC6}"/>
          </ac:spMkLst>
        </pc:spChg>
        <pc:graphicFrameChg chg="del">
          <ac:chgData name="Ziv Abraham" userId="c4913433ebff2b9d" providerId="LiveId" clId="{3DCE9E76-4607-4482-828F-6A8054342288}" dt="2026-05-03T08:45:28.227" v="4468" actId="478"/>
          <ac:graphicFrameMkLst>
            <pc:docMk/>
            <pc:sldMk cId="299412291" sldId="260"/>
            <ac:graphicFrameMk id="2" creationId="{C220E039-3672-54DF-048B-D03F019E4350}"/>
          </ac:graphicFrameMkLst>
        </pc:graphicFrameChg>
      </pc:sldChg>
      <pc:sldMasterChg chg="setBg modSldLayout">
        <pc:chgData name="Ziv Abraham" userId="c4913433ebff2b9d" providerId="LiveId" clId="{3DCE9E76-4607-4482-828F-6A8054342288}" dt="2026-05-03T07:45:30.176" v="2821"/>
        <pc:sldMasterMkLst>
          <pc:docMk/>
          <pc:sldMasterMk cId="3373909067" sldId="2147483648"/>
        </pc:sldMasterMkLst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2925915656" sldId="2147483649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917500248" sldId="2147483650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1975641075" sldId="2147483651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1954048804" sldId="2147483652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1366907591" sldId="2147483653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436313674" sldId="2147483654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549947034" sldId="2147483655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1973093944" sldId="2147483656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221854052" sldId="2147483657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1031933270" sldId="2147483658"/>
          </pc:sldLayoutMkLst>
        </pc:sldLayoutChg>
        <pc:sldLayoutChg chg="setBg">
          <pc:chgData name="Ziv Abraham" userId="c4913433ebff2b9d" providerId="LiveId" clId="{3DCE9E76-4607-4482-828F-6A8054342288}" dt="2026-05-03T07:45:30.176" v="2821"/>
          <pc:sldLayoutMkLst>
            <pc:docMk/>
            <pc:sldMasterMk cId="3373909067" sldId="2147483648"/>
            <pc:sldLayoutMk cId="4120495355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1CFB0-5DC7-0114-8A15-0AA1FFCBB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13C45E-C15C-B250-46A9-C8DC7DDB67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1CC95-CD82-3B55-EE1E-0F7FFC79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ED221-7E9F-24C1-E971-6CCFAE359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50AA1-3035-BA54-190F-898808DB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5915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5BBBE-3920-CA69-F55A-D09680FF9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E2F3-A496-5B7F-C15A-7D6FA77B25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90A7E4-8924-B2A5-D3CD-E7B982F52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34A3F-C63E-7BBB-798D-16CB71FF4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21FE1-8F49-D89D-FAFB-329AC2F85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750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0C2FF-DAB4-2C28-4488-33BFEE747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94A033-3228-D254-6E93-FD60A17F9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FA445-AEEC-F199-E49C-B7BC3AEF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48CAE-8BA5-EC85-CA33-07910AB13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F36D0-E103-AA5A-BFF8-0B6F6167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5641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E8DB-02A7-BEA7-351F-D47E3C06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F6A9-DECC-2073-F2E2-26A61A89E0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C9427-98B3-0DDD-CFA7-16693650A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521E2-E686-71D5-F1ED-E19626666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C726D-DE2F-A861-9B72-C7342F292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654E5-E258-3F05-858D-6D47E36A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404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2FA4-970C-9711-107B-FEDE51779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44E15-1BB9-44A9-4B89-07E4EFC0A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58256-3AF2-B155-DB5A-417C1A15C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731D8-A0BF-595D-022C-E5C8E16A5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E880C-60E1-FD43-5ED8-00809B987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EA1324-8DB7-058A-E31D-FA311A35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D578F-269C-46A2-5365-ED8C08E40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124C7-AF3D-9696-079F-5667ED7DB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6690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9C818-B616-F9D6-421E-D485AE76E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F1B75-857C-CEF7-2E73-22A67736D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6AFBF8-ED2E-94ED-B605-CE8F2292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030CFF-BE93-514D-9E01-A85A331E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6313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3D3BE9-5612-2FB6-258B-923858DA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DCACCD-8A31-A141-0D42-17D518FE5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96BF1-8899-C2BD-9383-A525F41B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9947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D6764-E336-E561-BCA2-F66D5B95B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92E0A-FFCD-419B-7A8C-4AC5BF22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155FE2-AECF-A747-DC53-4C42D2421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041D74-0FD6-902A-33E0-F8A71980E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F6C09-12D5-0DBF-B4A6-5686786B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502637-061F-2F18-37A8-6367F42D2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3093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F73A-ED16-C180-1F9D-8695481B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A94F1F-9038-85C4-6E2A-D4A9ED644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213423-AB08-863D-9F38-BDF8627E3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96D62-3698-A139-132D-D83D2ECC5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CC08F-298F-130B-4DA2-174EFEBD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043EB-2E55-BB66-73CA-EBEEE1D5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85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8F74-5FB8-851E-05C3-458C2BE27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34432-90D2-4531-158C-FAB5BA0C8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527D8C-EBCF-F3CE-C77B-463ACFEA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937F-E6B3-7214-C554-C4C60E94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C1DD9-3B8B-C8B9-9D70-B48FF118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1933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87863-F287-E9FD-4005-0618D49266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65D4A-9DD6-AAA6-7E4A-A863545D3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76D4-5DBE-B018-3617-A4CA5FAC5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7B9BE-D039-477E-3C2C-A91C74206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731A2-DE5E-F779-8499-069E7A25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0495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E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D1901-359E-83BD-9DCC-ACB1BD5C8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57DB8-8D19-C6CF-81AE-9D7E98490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C20ED-9D6D-ADA7-609D-9EF86EB4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EB46D8-069D-459E-B16B-339FA4F901E8}" type="datetimeFigureOut">
              <a:rPr lang="LID4096" smtClean="0"/>
              <a:t>05/03/2026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5161F-F9D2-AD9C-1F42-A5B8B59E45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112F-1DDE-28B5-E553-9323116E0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D04C36-D915-4417-AA28-B9577E800FC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3909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Volume indicators">
            <a:extLst>
              <a:ext uri="{FF2B5EF4-FFF2-40B4-BE49-F238E27FC236}">
                <a16:creationId xmlns:a16="http://schemas.microsoft.com/office/drawing/2014/main" id="{F3656BCA-DB43-1574-0B18-764A859617C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12134" b="8919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8052AA-D399-7855-FB30-531E5F02FC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Microchip Audio Analyzer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	</a:t>
            </a:r>
            <a:endParaRPr lang="LID4096" sz="4000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82EC76-5D65-E294-F6B4-73A2642C1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anchor="b">
            <a:normAutofit/>
          </a:bodyPr>
          <a:lstStyle/>
          <a:p>
            <a:pPr algn="l"/>
            <a:r>
              <a:rPr lang="en-US" sz="1800">
                <a:solidFill>
                  <a:srgbClr val="FFFFFF"/>
                </a:solidFill>
              </a:rPr>
              <a:t>Ziv Abraham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884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D094C-F889-6903-AE28-83C665F4D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727825D-8D5D-51C3-2348-CDE173B1C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5064" y="525982"/>
            <a:ext cx="4085686" cy="1200361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2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Project description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25755C4-A103-A728-5FF4-1FAEAD923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Hardware: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Microchip – ESP32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Microphone module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NE5532 OP-AMP with X22 Amplification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Software: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C++, JS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PlatformIO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arduinoFFT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library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AI tools used: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Gemini for design and planning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Github</a:t>
            </a: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 Copilot for code writing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63ABA3-3AE8-0466-785A-3BE179C4C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251303"/>
            <a:ext cx="5628018" cy="4122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2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0D447-AD9D-233C-70EF-F2171896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0CEF1BD-6E82-C9F5-6315-B902AE678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00" y="169863"/>
            <a:ext cx="5048250" cy="941387"/>
          </a:xfrm>
        </p:spPr>
        <p:txBody>
          <a:bodyPr>
            <a:normAutofit/>
          </a:bodyPr>
          <a:lstStyle/>
          <a:p>
            <a:pPr algn="l"/>
            <a:r>
              <a:rPr lang="en-US" sz="32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The Math</a:t>
            </a:r>
            <a:endParaRPr lang="LID4096" sz="3200" u="sng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ubtitle 2">
                <a:extLst>
                  <a:ext uri="{FF2B5EF4-FFF2-40B4-BE49-F238E27FC236}">
                    <a16:creationId xmlns:a16="http://schemas.microsoft.com/office/drawing/2014/main" id="{35DD9D8F-53DF-CF0E-9B60-CF3921841F7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65100" y="1194180"/>
                <a:ext cx="10534650" cy="2012570"/>
              </a:xfrm>
            </p:spPr>
            <p:txBody>
              <a:bodyPr>
                <a:normAutofit/>
              </a:bodyPr>
              <a:lstStyle/>
              <a:p>
                <a:pPr algn="l"/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Sampling rate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𝐾h𝑧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Maximum “viewable” frequency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𝐾h𝑧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(Nyquist).</a:t>
                </a:r>
              </a:p>
              <a:p>
                <a:pPr algn="l"/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Number of samples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r>
                  <a:rPr lang="en-US" sz="1800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- The number of samples we send in each block to perform the FFT.</a:t>
                </a:r>
              </a:p>
              <a:p>
                <a:pPr algn="l"/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Given the sampling rate, we get 10 samples</a:t>
                </a:r>
                <a:r>
                  <a:rPr lang="en-US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every 1 millisecond, it takes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𝟓𝟏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𝒎𝒔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to fill a block. </a:t>
                </a:r>
                <a:b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This is the time limit to perform calculations and sending them to the UI / Other processing needs. </a:t>
                </a:r>
              </a:p>
              <a:p>
                <a:pPr algn="l"/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ESP-32 has 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160 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𝑀𝐻𝑧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CPU clock, assuming each complex multiplication takes around 10 cycles, we get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𝒏𝒔</m:t>
                    </m:r>
                  </m:oMath>
                </a14:m>
                <a:r>
                  <a:rPr lang="en-US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per operation.</a:t>
                </a:r>
              </a:p>
              <a:p>
                <a:pPr algn="l"/>
                <a:endParaRPr lang="en-US" sz="18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>
          <p:sp>
            <p:nvSpPr>
              <p:cNvPr id="12" name="Subtitle 2">
                <a:extLst>
                  <a:ext uri="{FF2B5EF4-FFF2-40B4-BE49-F238E27FC236}">
                    <a16:creationId xmlns:a16="http://schemas.microsoft.com/office/drawing/2014/main" id="{35DD9D8F-53DF-CF0E-9B60-CF3921841F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65100" y="1194180"/>
                <a:ext cx="10534650" cy="2012570"/>
              </a:xfrm>
              <a:blipFill>
                <a:blip r:embed="rId2"/>
                <a:stretch>
                  <a:fillRect l="-463" t="-3030" b="-2121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5FE1567-6450-8FE7-CD32-90216FA63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1689051"/>
                  </p:ext>
                </p:extLst>
              </p:nvPr>
            </p:nvGraphicFramePr>
            <p:xfrm>
              <a:off x="828675" y="3584892"/>
              <a:ext cx="10534650" cy="11427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2259">
                      <a:extLst>
                        <a:ext uri="{9D8B030D-6E8A-4147-A177-3AD203B41FA5}">
                          <a16:colId xmlns:a16="http://schemas.microsoft.com/office/drawing/2014/main" val="1428975273"/>
                        </a:ext>
                      </a:extLst>
                    </a:gridCol>
                    <a:gridCol w="5190841">
                      <a:extLst>
                        <a:ext uri="{9D8B030D-6E8A-4147-A177-3AD203B41FA5}">
                          <a16:colId xmlns:a16="http://schemas.microsoft.com/office/drawing/2014/main" val="1972944227"/>
                        </a:ext>
                      </a:extLst>
                    </a:gridCol>
                    <a:gridCol w="3511550">
                      <a:extLst>
                        <a:ext uri="{9D8B030D-6E8A-4147-A177-3AD203B41FA5}">
                          <a16:colId xmlns:a16="http://schemas.microsoft.com/office/drawing/2014/main" val="30990716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Comparison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FFT-Radix 2 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𝒏𝒍𝒐𝒈</m:t>
                                  </m:r>
                                  <m:d>
                                    <m:d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</m:d>
                                </m:e>
                              </m:d>
                            </m:oMath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Naive DFT  </a:t>
                          </a:r>
                          <a14:m>
                            <m:oMath xmlns:m="http://schemas.openxmlformats.org/officeDocument/2006/math"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𝑶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6023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Operations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512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512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4608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512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=262144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33425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4608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⋅62.5×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0.288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262144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⋅62.5×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−9</m:t>
                                    </m:r>
                                  </m:sup>
                                </m:s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𝑚𝑠</m:t>
                                </m:r>
                              </m:oMath>
                            </m:oMathPara>
                          </a14:m>
                          <a:endParaRPr lang="LID4096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0873729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D5FE1567-6450-8FE7-CD32-90216FA6399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51689051"/>
                  </p:ext>
                </p:extLst>
              </p:nvPr>
            </p:nvGraphicFramePr>
            <p:xfrm>
              <a:off x="828675" y="3584892"/>
              <a:ext cx="10534650" cy="114274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2259">
                      <a:extLst>
                        <a:ext uri="{9D8B030D-6E8A-4147-A177-3AD203B41FA5}">
                          <a16:colId xmlns:a16="http://schemas.microsoft.com/office/drawing/2014/main" val="1428975273"/>
                        </a:ext>
                      </a:extLst>
                    </a:gridCol>
                    <a:gridCol w="5190841">
                      <a:extLst>
                        <a:ext uri="{9D8B030D-6E8A-4147-A177-3AD203B41FA5}">
                          <a16:colId xmlns:a16="http://schemas.microsoft.com/office/drawing/2014/main" val="1972944227"/>
                        </a:ext>
                      </a:extLst>
                    </a:gridCol>
                    <a:gridCol w="3511550">
                      <a:extLst>
                        <a:ext uri="{9D8B030D-6E8A-4147-A177-3AD203B41FA5}">
                          <a16:colId xmlns:a16="http://schemas.microsoft.com/office/drawing/2014/main" val="3099071622"/>
                        </a:ext>
                      </a:extLst>
                    </a:gridCol>
                  </a:tblGrid>
                  <a:tr h="4010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Comparison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5446" t="-6061" r="-68192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061" r="-693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6023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Operations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5446" t="-114754" r="-68192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14754" r="-693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34256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</a:t>
                          </a:r>
                          <a:endParaRPr lang="LID4096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35446" t="-214754" r="-68192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LID4096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14754" r="-693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873729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C8036B7-31C5-ED0E-54A6-4AFB94023E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1949" y="4997830"/>
                <a:ext cx="10759209" cy="8251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ctr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While the FFT leaves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51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for other operations, the naive DFT would leave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35.2 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C8036B7-31C5-ED0E-54A6-4AFB94023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49" y="4997830"/>
                <a:ext cx="10759209" cy="825120"/>
              </a:xfrm>
              <a:prstGeom prst="rect">
                <a:avLst/>
              </a:prstGeom>
              <a:blipFill>
                <a:blip r:embed="rId4"/>
                <a:stretch>
                  <a:fillRect t="-740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192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9A7A9-8317-74C5-2935-74875BED0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0BFB91-FED0-D611-213E-1CE17DE94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100" y="169863"/>
            <a:ext cx="5048250" cy="941387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3200" u="sng" dirty="0">
                <a:latin typeface="Segoe UI Black" panose="020B0A02040204020203" pitchFamily="34" charset="0"/>
                <a:ea typeface="Segoe UI Black" panose="020B0A02040204020203" pitchFamily="34" charset="0"/>
              </a:rPr>
              <a:t>The Bottleneck</a:t>
            </a:r>
            <a:endParaRPr lang="LID4096" sz="3200" u="sng" dirty="0"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ubtitle 2">
                <a:extLst>
                  <a:ext uri="{FF2B5EF4-FFF2-40B4-BE49-F238E27FC236}">
                    <a16:creationId xmlns:a16="http://schemas.microsoft.com/office/drawing/2014/main" id="{A7569F0F-F547-146D-68F5-9B9367B99BC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65100" y="1181100"/>
                <a:ext cx="11817350" cy="3810000"/>
              </a:xfrm>
            </p:spPr>
            <p:txBody>
              <a:bodyPr>
                <a:norm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ESP-32 max BAUD rate thru the USB is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921600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bps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b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To send a byte of data, the chip also a byte start and byte stop bit so 10 bits in total, </a:t>
                </a:r>
                <a:b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meaning we send data at a rate of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𝟗𝟐𝟏𝟔𝟎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𝒃𝒚𝒕𝒆𝒔</m:t>
                        </m:r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𝒔𝒆𝒄𝒐𝒏𝒅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𝟗𝟐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𝑲𝑩𝒑𝒔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1800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Data is sent to the plotter is using strings with size of 16-20 bytes.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Worst case – The size of all 256 relevant bins will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≈5.1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𝐾𝐵</m:t>
                    </m:r>
                  </m:oMath>
                </a14:m>
                <a:endParaRPr lang="en-US" sz="1800" b="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92 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𝐾𝐵𝑝𝑠</m:t>
                    </m:r>
                  </m:oMath>
                </a14:m>
                <a:r>
                  <a:rPr lang="en-US" sz="1800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sending all the data will take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.1 </m:t>
                        </m:r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KB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92 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𝐾𝐵𝑝𝑠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55 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𝑚𝑠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51.2 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𝑚𝑠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 →</m:t>
                    </m:r>
                  </m:oMath>
                </a14:m>
                <a:r>
                  <a:rPr lang="en-US" sz="1800" b="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Overflow.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Solution – Sending only the first </a:t>
                </a:r>
                <a:r>
                  <a:rPr lang="en-US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154 bins 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2.5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𝐾𝐵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 to the plotter (representing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0−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𝐾h𝑧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). </a:t>
                </a:r>
                <a:b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</a:b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In this case, sending the data will take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3.08 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𝐾𝐵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92 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𝐾𝐵𝑝𝑠</m:t>
                        </m:r>
                      </m:den>
                    </m:f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≈33.5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Naive DFT Total time -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16+33.5=49.5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𝑚𝑠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- very close to the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51.2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 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𝑚𝑠</m:t>
                    </m:r>
                  </m:oMath>
                </a14:m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limit and not practical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FFT Total time -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</a:rPr>
                      <m:t>0.288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+33.5=33.788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US" sz="18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-</a:t>
                </a:r>
                <a:r>
                  <a:rPr lang="en-US" sz="18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Far away from the limit!</a:t>
                </a:r>
              </a:p>
            </p:txBody>
          </p:sp>
        </mc:Choice>
        <mc:Fallback>
          <p:sp>
            <p:nvSpPr>
              <p:cNvPr id="12" name="Subtitle 2">
                <a:extLst>
                  <a:ext uri="{FF2B5EF4-FFF2-40B4-BE49-F238E27FC236}">
                    <a16:creationId xmlns:a16="http://schemas.microsoft.com/office/drawing/2014/main" id="{A7569F0F-F547-146D-68F5-9B9367B99B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65100" y="1181100"/>
                <a:ext cx="11817350" cy="3810000"/>
              </a:xfrm>
              <a:blipFill>
                <a:blip r:embed="rId2"/>
                <a:stretch>
                  <a:fillRect l="-309" t="-16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1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</TotalTime>
  <Words>384</Words>
  <Application>Microsoft Office PowerPoint</Application>
  <PresentationFormat>Widescreen</PresentationFormat>
  <Paragraphs>36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Segoe UI</vt:lpstr>
      <vt:lpstr>Segoe UI Black</vt:lpstr>
      <vt:lpstr>Office Theme</vt:lpstr>
      <vt:lpstr>Microchip Audio Analyzer  </vt:lpstr>
      <vt:lpstr>Project description</vt:lpstr>
      <vt:lpstr>The Math</vt:lpstr>
      <vt:lpstr>The Bottleneck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Ziv Abraham</dc:creator>
  <cp:lastModifiedBy>Ziv Abraham</cp:lastModifiedBy>
  <cp:revision>1</cp:revision>
  <dcterms:created xsi:type="dcterms:W3CDTF">2026-05-01T10:52:18Z</dcterms:created>
  <dcterms:modified xsi:type="dcterms:W3CDTF">2026-05-03T09:08:55Z</dcterms:modified>
</cp:coreProperties>
</file>
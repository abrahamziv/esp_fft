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1E5F5"/>
    <a:srgbClr val="0F9E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6BF85E1-F36E-4FDC-BAF8-1A07666A0FEF}" v="1293" dt="2026-05-01T12:15:29.31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44" d="100"/>
          <a:sy n="144" d="100"/>
        </p:scale>
        <p:origin x="174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iv Abraham" userId="c4913433ebff2b9d" providerId="LiveId" clId="{3DCE9E76-4607-4482-828F-6A8054342288}"/>
    <pc:docChg chg="undo custSel addSld delSld modSld">
      <pc:chgData name="Ziv Abraham" userId="c4913433ebff2b9d" providerId="LiveId" clId="{3DCE9E76-4607-4482-828F-6A8054342288}" dt="2026-05-01T12:15:29.312" v="2773" actId="20577"/>
      <pc:docMkLst>
        <pc:docMk/>
      </pc:docMkLst>
      <pc:sldChg chg="addSp modSp mod setBg">
        <pc:chgData name="Ziv Abraham" userId="c4913433ebff2b9d" providerId="LiveId" clId="{3DCE9E76-4607-4482-828F-6A8054342288}" dt="2026-05-01T11:51:25.715" v="614" actId="20577"/>
        <pc:sldMkLst>
          <pc:docMk/>
          <pc:sldMk cId="1517884398" sldId="256"/>
        </pc:sldMkLst>
        <pc:spChg chg="add mod">
          <ac:chgData name="Ziv Abraham" userId="c4913433ebff2b9d" providerId="LiveId" clId="{3DCE9E76-4607-4482-828F-6A8054342288}" dt="2026-05-01T11:51:25.715" v="614" actId="20577"/>
          <ac:spMkLst>
            <pc:docMk/>
            <pc:sldMk cId="1517884398" sldId="256"/>
            <ac:spMk id="2" creationId="{3D8052AA-D399-7855-FB30-531E5F02FC46}"/>
          </ac:spMkLst>
        </pc:spChg>
        <pc:spChg chg="add mod">
          <ac:chgData name="Ziv Abraham" userId="c4913433ebff2b9d" providerId="LiveId" clId="{3DCE9E76-4607-4482-828F-6A8054342288}" dt="2026-05-01T11:28:02.036" v="532" actId="26606"/>
          <ac:spMkLst>
            <pc:docMk/>
            <pc:sldMk cId="1517884398" sldId="256"/>
            <ac:spMk id="3" creationId="{3082EC76-5D65-E294-F6B4-73A2642C1105}"/>
          </ac:spMkLst>
        </pc:spChg>
        <pc:spChg chg="add">
          <ac:chgData name="Ziv Abraham" userId="c4913433ebff2b9d" providerId="LiveId" clId="{3DCE9E76-4607-4482-828F-6A8054342288}" dt="2026-05-01T11:28:02.036" v="532" actId="26606"/>
          <ac:spMkLst>
            <pc:docMk/>
            <pc:sldMk cId="1517884398" sldId="256"/>
            <ac:spMk id="9" creationId="{EB0222B5-B739-82A9-5CCC-C5585AE12A69}"/>
          </ac:spMkLst>
        </pc:spChg>
        <pc:spChg chg="add">
          <ac:chgData name="Ziv Abraham" userId="c4913433ebff2b9d" providerId="LiveId" clId="{3DCE9E76-4607-4482-828F-6A8054342288}" dt="2026-05-01T11:28:02.036" v="532" actId="26606"/>
          <ac:spMkLst>
            <pc:docMk/>
            <pc:sldMk cId="1517884398" sldId="256"/>
            <ac:spMk id="11" creationId="{5BE23E75-E7E9-4D9F-6D25-5512363F8621}"/>
          </ac:spMkLst>
        </pc:spChg>
        <pc:picChg chg="add">
          <ac:chgData name="Ziv Abraham" userId="c4913433ebff2b9d" providerId="LiveId" clId="{3DCE9E76-4607-4482-828F-6A8054342288}" dt="2026-05-01T11:28:02.036" v="532" actId="26606"/>
          <ac:picMkLst>
            <pc:docMk/>
            <pc:sldMk cId="1517884398" sldId="256"/>
            <ac:picMk id="5" creationId="{F3656BCA-DB43-1574-0B18-764A859617C6}"/>
          </ac:picMkLst>
        </pc:picChg>
        <pc:cxnChg chg="add">
          <ac:chgData name="Ziv Abraham" userId="c4913433ebff2b9d" providerId="LiveId" clId="{3DCE9E76-4607-4482-828F-6A8054342288}" dt="2026-05-01T11:28:02.036" v="532" actId="26606"/>
          <ac:cxnSpMkLst>
            <pc:docMk/>
            <pc:sldMk cId="1517884398" sldId="256"/>
            <ac:cxnSpMk id="13" creationId="{61B115DB-65EB-3FC3-7284-CFDF4ADC60B6}"/>
          </ac:cxnSpMkLst>
        </pc:cxnChg>
      </pc:sldChg>
      <pc:sldChg chg="addSp delSp modSp add mod setBg">
        <pc:chgData name="Ziv Abraham" userId="c4913433ebff2b9d" providerId="LiveId" clId="{3DCE9E76-4607-4482-828F-6A8054342288}" dt="2026-05-01T12:15:03.300" v="2766"/>
        <pc:sldMkLst>
          <pc:docMk/>
          <pc:sldMk cId="258052296" sldId="257"/>
        </pc:sldMkLst>
        <pc:spChg chg="del">
          <ac:chgData name="Ziv Abraham" userId="c4913433ebff2b9d" providerId="LiveId" clId="{3DCE9E76-4607-4482-828F-6A8054342288}" dt="2026-05-01T10:53:45.801" v="79" actId="478"/>
          <ac:spMkLst>
            <pc:docMk/>
            <pc:sldMk cId="258052296" sldId="257"/>
            <ac:spMk id="2" creationId="{ABBD5D82-5F73-02EF-34EC-14BBD55EC1A3}"/>
          </ac:spMkLst>
        </pc:spChg>
        <pc:spChg chg="del">
          <ac:chgData name="Ziv Abraham" userId="c4913433ebff2b9d" providerId="LiveId" clId="{3DCE9E76-4607-4482-828F-6A8054342288}" dt="2026-05-01T10:53:44.311" v="78" actId="478"/>
          <ac:spMkLst>
            <pc:docMk/>
            <pc:sldMk cId="258052296" sldId="257"/>
            <ac:spMk id="3" creationId="{2C04DC6F-A62B-D755-D40C-0AEC4A0976EF}"/>
          </ac:spMkLst>
        </pc:spChg>
        <pc:spChg chg="add del mod">
          <ac:chgData name="Ziv Abraham" userId="c4913433ebff2b9d" providerId="LiveId" clId="{3DCE9E76-4607-4482-828F-6A8054342288}" dt="2026-05-01T10:53:50.828" v="84" actId="478"/>
          <ac:spMkLst>
            <pc:docMk/>
            <pc:sldMk cId="258052296" sldId="257"/>
            <ac:spMk id="5" creationId="{D6DC1C85-CA41-672F-2F2C-88AAC16B744D}"/>
          </ac:spMkLst>
        </pc:spChg>
        <pc:spChg chg="add del mod ord">
          <ac:chgData name="Ziv Abraham" userId="c4913433ebff2b9d" providerId="LiveId" clId="{3DCE9E76-4607-4482-828F-6A8054342288}" dt="2026-05-01T11:28:32.021" v="548" actId="26606"/>
          <ac:spMkLst>
            <pc:docMk/>
            <pc:sldMk cId="258052296" sldId="257"/>
            <ac:spMk id="7" creationId="{E727825D-8D5D-51C3-2348-CDE173B1C4DE}"/>
          </ac:spMkLst>
        </pc:spChg>
        <pc:spChg chg="add mod">
          <ac:chgData name="Ziv Abraham" userId="c4913433ebff2b9d" providerId="LiveId" clId="{3DCE9E76-4607-4482-828F-6A8054342288}" dt="2026-05-01T11:28:32.021" v="548" actId="26606"/>
          <ac:spMkLst>
            <pc:docMk/>
            <pc:sldMk cId="258052296" sldId="257"/>
            <ac:spMk id="12" creationId="{025755C4-A103-A728-5FF4-1FAEAD92363B}"/>
          </ac:spMkLst>
        </pc:spChg>
        <pc:spChg chg="add del">
          <ac:chgData name="Ziv Abraham" userId="c4913433ebff2b9d" providerId="LiveId" clId="{3DCE9E76-4607-4482-828F-6A8054342288}" dt="2026-05-01T11:28:14.945" v="534" actId="26606"/>
          <ac:spMkLst>
            <pc:docMk/>
            <pc:sldMk cId="258052296" sldId="257"/>
            <ac:spMk id="17" creationId="{2B97F24A-32CE-4C1C-A50D-3016B394DCFB}"/>
          </ac:spMkLst>
        </pc:spChg>
        <pc:spChg chg="add del">
          <ac:chgData name="Ziv Abraham" userId="c4913433ebff2b9d" providerId="LiveId" clId="{3DCE9E76-4607-4482-828F-6A8054342288}" dt="2026-05-01T11:28:14.945" v="534" actId="26606"/>
          <ac:spMkLst>
            <pc:docMk/>
            <pc:sldMk cId="258052296" sldId="257"/>
            <ac:spMk id="19" creationId="{CD8B4F24-440B-49E9-B85D-733523DC064B}"/>
          </ac:spMkLst>
        </pc:spChg>
        <pc:spChg chg="add del">
          <ac:chgData name="Ziv Abraham" userId="c4913433ebff2b9d" providerId="LiveId" clId="{3DCE9E76-4607-4482-828F-6A8054342288}" dt="2026-05-01T11:28:16.716" v="536" actId="26606"/>
          <ac:spMkLst>
            <pc:docMk/>
            <pc:sldMk cId="258052296" sldId="257"/>
            <ac:spMk id="21" creationId="{55222F96-971A-4F90-B841-6BAB416C7AC1}"/>
          </ac:spMkLst>
        </pc:spChg>
        <pc:spChg chg="add del">
          <ac:chgData name="Ziv Abraham" userId="c4913433ebff2b9d" providerId="LiveId" clId="{3DCE9E76-4607-4482-828F-6A8054342288}" dt="2026-05-01T11:28:16.716" v="536" actId="26606"/>
          <ac:spMkLst>
            <pc:docMk/>
            <pc:sldMk cId="258052296" sldId="257"/>
            <ac:spMk id="22" creationId="{DBC6133C-0615-4CE4-9132-37E609A9BDFA}"/>
          </ac:spMkLst>
        </pc:spChg>
        <pc:spChg chg="add del">
          <ac:chgData name="Ziv Abraham" userId="c4913433ebff2b9d" providerId="LiveId" clId="{3DCE9E76-4607-4482-828F-6A8054342288}" dt="2026-05-01T11:28:16.716" v="536" actId="26606"/>
          <ac:spMkLst>
            <pc:docMk/>
            <pc:sldMk cId="258052296" sldId="257"/>
            <ac:spMk id="23" creationId="{08980754-6F4B-43C9-B9BE-127B6BED6586}"/>
          </ac:spMkLst>
        </pc:spChg>
        <pc:spChg chg="add del">
          <ac:chgData name="Ziv Abraham" userId="c4913433ebff2b9d" providerId="LiveId" clId="{3DCE9E76-4607-4482-828F-6A8054342288}" dt="2026-05-01T11:28:16.716" v="536" actId="26606"/>
          <ac:spMkLst>
            <pc:docMk/>
            <pc:sldMk cId="258052296" sldId="257"/>
            <ac:spMk id="24" creationId="{169CC832-2974-4E8D-90ED-3E2941BA7336}"/>
          </ac:spMkLst>
        </pc:spChg>
        <pc:spChg chg="add del">
          <ac:chgData name="Ziv Abraham" userId="c4913433ebff2b9d" providerId="LiveId" clId="{3DCE9E76-4607-4482-828F-6A8054342288}" dt="2026-05-01T11:28:16.716" v="536" actId="26606"/>
          <ac:spMkLst>
            <pc:docMk/>
            <pc:sldMk cId="258052296" sldId="257"/>
            <ac:spMk id="25" creationId="{2C1BBA94-3F40-40AA-8BB9-E69E25E537C1}"/>
          </ac:spMkLst>
        </pc:spChg>
        <pc:spChg chg="add del">
          <ac:chgData name="Ziv Abraham" userId="c4913433ebff2b9d" providerId="LiveId" clId="{3DCE9E76-4607-4482-828F-6A8054342288}" dt="2026-05-01T11:28:17.214" v="538" actId="26606"/>
          <ac:spMkLst>
            <pc:docMk/>
            <pc:sldMk cId="258052296" sldId="257"/>
            <ac:spMk id="27" creationId="{2B97F24A-32CE-4C1C-A50D-3016B394DCFB}"/>
          </ac:spMkLst>
        </pc:spChg>
        <pc:spChg chg="add del">
          <ac:chgData name="Ziv Abraham" userId="c4913433ebff2b9d" providerId="LiveId" clId="{3DCE9E76-4607-4482-828F-6A8054342288}" dt="2026-05-01T11:28:17.214" v="538" actId="26606"/>
          <ac:spMkLst>
            <pc:docMk/>
            <pc:sldMk cId="258052296" sldId="257"/>
            <ac:spMk id="28" creationId="{6357EC4F-235E-4222-A36F-C7878ACE37F2}"/>
          </ac:spMkLst>
        </pc:spChg>
        <pc:spChg chg="add del">
          <ac:chgData name="Ziv Abraham" userId="c4913433ebff2b9d" providerId="LiveId" clId="{3DCE9E76-4607-4482-828F-6A8054342288}" dt="2026-05-01T11:28:20.596" v="540" actId="26606"/>
          <ac:spMkLst>
            <pc:docMk/>
            <pc:sldMk cId="258052296" sldId="257"/>
            <ac:spMk id="30" creationId="{21A75659-5A6F-4F77-9679-678A00B9D8DC}"/>
          </ac:spMkLst>
        </pc:spChg>
        <pc:spChg chg="add del">
          <ac:chgData name="Ziv Abraham" userId="c4913433ebff2b9d" providerId="LiveId" clId="{3DCE9E76-4607-4482-828F-6A8054342288}" dt="2026-05-01T11:28:20.596" v="540" actId="26606"/>
          <ac:spMkLst>
            <pc:docMk/>
            <pc:sldMk cId="258052296" sldId="257"/>
            <ac:spMk id="31" creationId="{E30A3A45-140E-431E-AED0-07EF836310B3}"/>
          </ac:spMkLst>
        </pc:spChg>
        <pc:spChg chg="add del">
          <ac:chgData name="Ziv Abraham" userId="c4913433ebff2b9d" providerId="LiveId" clId="{3DCE9E76-4607-4482-828F-6A8054342288}" dt="2026-05-01T11:28:20.596" v="540" actId="26606"/>
          <ac:spMkLst>
            <pc:docMk/>
            <pc:sldMk cId="258052296" sldId="257"/>
            <ac:spMk id="32" creationId="{55D4142C-5077-457F-A6AD-3FECFDB39685}"/>
          </ac:spMkLst>
        </pc:spChg>
        <pc:spChg chg="add del">
          <ac:chgData name="Ziv Abraham" userId="c4913433ebff2b9d" providerId="LiveId" clId="{3DCE9E76-4607-4482-828F-6A8054342288}" dt="2026-05-01T11:28:20.596" v="540" actId="26606"/>
          <ac:spMkLst>
            <pc:docMk/>
            <pc:sldMk cId="258052296" sldId="257"/>
            <ac:spMk id="33" creationId="{7A5F0580-5EE9-419F-96EE-B6529EF6E7D0}"/>
          </ac:spMkLst>
        </pc:spChg>
        <pc:spChg chg="add del">
          <ac:chgData name="Ziv Abraham" userId="c4913433ebff2b9d" providerId="LiveId" clId="{3DCE9E76-4607-4482-828F-6A8054342288}" dt="2026-05-01T11:28:22.805" v="543" actId="26606"/>
          <ac:spMkLst>
            <pc:docMk/>
            <pc:sldMk cId="258052296" sldId="257"/>
            <ac:spMk id="35" creationId="{5DCB5928-DC7D-4612-9922-441966E15627}"/>
          </ac:spMkLst>
        </pc:spChg>
        <pc:spChg chg="add del">
          <ac:chgData name="Ziv Abraham" userId="c4913433ebff2b9d" providerId="LiveId" clId="{3DCE9E76-4607-4482-828F-6A8054342288}" dt="2026-05-01T11:28:22.805" v="543" actId="26606"/>
          <ac:spMkLst>
            <pc:docMk/>
            <pc:sldMk cId="258052296" sldId="257"/>
            <ac:spMk id="36" creationId="{682C1161-1736-45EC-99B7-33F3CAE9D517}"/>
          </ac:spMkLst>
        </pc:spChg>
        <pc:spChg chg="add del">
          <ac:chgData name="Ziv Abraham" userId="c4913433ebff2b9d" providerId="LiveId" clId="{3DCE9E76-4607-4482-828F-6A8054342288}" dt="2026-05-01T11:28:22.805" v="543" actId="26606"/>
          <ac:spMkLst>
            <pc:docMk/>
            <pc:sldMk cId="258052296" sldId="257"/>
            <ac:spMk id="37" creationId="{84D4DDB8-B68F-45B0-9F62-C4279996F672}"/>
          </ac:spMkLst>
        </pc:spChg>
        <pc:spChg chg="add del">
          <ac:chgData name="Ziv Abraham" userId="c4913433ebff2b9d" providerId="LiveId" clId="{3DCE9E76-4607-4482-828F-6A8054342288}" dt="2026-05-01T11:28:22.805" v="543" actId="26606"/>
          <ac:spMkLst>
            <pc:docMk/>
            <pc:sldMk cId="258052296" sldId="257"/>
            <ac:spMk id="38" creationId="{AF2F604E-43BE-4DC3-B983-E071523364F8}"/>
          </ac:spMkLst>
        </pc:spChg>
        <pc:spChg chg="add del">
          <ac:chgData name="Ziv Abraham" userId="c4913433ebff2b9d" providerId="LiveId" clId="{3DCE9E76-4607-4482-828F-6A8054342288}" dt="2026-05-01T11:28:22.805" v="543" actId="26606"/>
          <ac:spMkLst>
            <pc:docMk/>
            <pc:sldMk cId="258052296" sldId="257"/>
            <ac:spMk id="39" creationId="{08C9B587-E65E-4B52-B37C-ABEBB6E87928}"/>
          </ac:spMkLst>
        </pc:spChg>
        <pc:spChg chg="add del">
          <ac:chgData name="Ziv Abraham" userId="c4913433ebff2b9d" providerId="LiveId" clId="{3DCE9E76-4607-4482-828F-6A8054342288}" dt="2026-05-01T11:28:28.714" v="545" actId="26606"/>
          <ac:spMkLst>
            <pc:docMk/>
            <pc:sldMk cId="258052296" sldId="257"/>
            <ac:spMk id="41" creationId="{DBC6133C-0615-4CE4-9132-37E609A9BDFA}"/>
          </ac:spMkLst>
        </pc:spChg>
        <pc:spChg chg="add del">
          <ac:chgData name="Ziv Abraham" userId="c4913433ebff2b9d" providerId="LiveId" clId="{3DCE9E76-4607-4482-828F-6A8054342288}" dt="2026-05-01T11:28:28.714" v="545" actId="26606"/>
          <ac:spMkLst>
            <pc:docMk/>
            <pc:sldMk cId="258052296" sldId="257"/>
            <ac:spMk id="42" creationId="{169CC832-2974-4E8D-90ED-3E2941BA7336}"/>
          </ac:spMkLst>
        </pc:spChg>
        <pc:spChg chg="add del">
          <ac:chgData name="Ziv Abraham" userId="c4913433ebff2b9d" providerId="LiveId" clId="{3DCE9E76-4607-4482-828F-6A8054342288}" dt="2026-05-01T11:28:28.714" v="545" actId="26606"/>
          <ac:spMkLst>
            <pc:docMk/>
            <pc:sldMk cId="258052296" sldId="257"/>
            <ac:spMk id="43" creationId="{55222F96-971A-4F90-B841-6BAB416C7AC1}"/>
          </ac:spMkLst>
        </pc:spChg>
        <pc:spChg chg="add del">
          <ac:chgData name="Ziv Abraham" userId="c4913433ebff2b9d" providerId="LiveId" clId="{3DCE9E76-4607-4482-828F-6A8054342288}" dt="2026-05-01T11:28:28.714" v="545" actId="26606"/>
          <ac:spMkLst>
            <pc:docMk/>
            <pc:sldMk cId="258052296" sldId="257"/>
            <ac:spMk id="44" creationId="{08980754-6F4B-43C9-B9BE-127B6BED6586}"/>
          </ac:spMkLst>
        </pc:spChg>
        <pc:spChg chg="add del">
          <ac:chgData name="Ziv Abraham" userId="c4913433ebff2b9d" providerId="LiveId" clId="{3DCE9E76-4607-4482-828F-6A8054342288}" dt="2026-05-01T11:28:28.714" v="545" actId="26606"/>
          <ac:spMkLst>
            <pc:docMk/>
            <pc:sldMk cId="258052296" sldId="257"/>
            <ac:spMk id="45" creationId="{2C1BBA94-3F40-40AA-8BB9-E69E25E537C1}"/>
          </ac:spMkLst>
        </pc:spChg>
        <pc:spChg chg="add del">
          <ac:chgData name="Ziv Abraham" userId="c4913433ebff2b9d" providerId="LiveId" clId="{3DCE9E76-4607-4482-828F-6A8054342288}" dt="2026-05-01T11:28:32.015" v="547" actId="26606"/>
          <ac:spMkLst>
            <pc:docMk/>
            <pc:sldMk cId="258052296" sldId="257"/>
            <ac:spMk id="47" creationId="{2B97F24A-32CE-4C1C-A50D-3016B394DCFB}"/>
          </ac:spMkLst>
        </pc:spChg>
        <pc:spChg chg="add del">
          <ac:chgData name="Ziv Abraham" userId="c4913433ebff2b9d" providerId="LiveId" clId="{3DCE9E76-4607-4482-828F-6A8054342288}" dt="2026-05-01T11:28:32.015" v="547" actId="26606"/>
          <ac:spMkLst>
            <pc:docMk/>
            <pc:sldMk cId="258052296" sldId="257"/>
            <ac:spMk id="48" creationId="{CD8B4F24-440B-49E9-B85D-733523DC064B}"/>
          </ac:spMkLst>
        </pc:spChg>
        <pc:spChg chg="add">
          <ac:chgData name="Ziv Abraham" userId="c4913433ebff2b9d" providerId="LiveId" clId="{3DCE9E76-4607-4482-828F-6A8054342288}" dt="2026-05-01T11:28:32.021" v="548" actId="26606"/>
          <ac:spMkLst>
            <pc:docMk/>
            <pc:sldMk cId="258052296" sldId="257"/>
            <ac:spMk id="50" creationId="{DBC6133C-0615-4CE4-9132-37E609A9BDFA}"/>
          </ac:spMkLst>
        </pc:spChg>
        <pc:spChg chg="add">
          <ac:chgData name="Ziv Abraham" userId="c4913433ebff2b9d" providerId="LiveId" clId="{3DCE9E76-4607-4482-828F-6A8054342288}" dt="2026-05-01T11:28:32.021" v="548" actId="26606"/>
          <ac:spMkLst>
            <pc:docMk/>
            <pc:sldMk cId="258052296" sldId="257"/>
            <ac:spMk id="51" creationId="{169CC832-2974-4E8D-90ED-3E2941BA7336}"/>
          </ac:spMkLst>
        </pc:spChg>
        <pc:spChg chg="add">
          <ac:chgData name="Ziv Abraham" userId="c4913433ebff2b9d" providerId="LiveId" clId="{3DCE9E76-4607-4482-828F-6A8054342288}" dt="2026-05-01T11:28:32.021" v="548" actId="26606"/>
          <ac:spMkLst>
            <pc:docMk/>
            <pc:sldMk cId="258052296" sldId="257"/>
            <ac:spMk id="52" creationId="{55222F96-971A-4F90-B841-6BAB416C7AC1}"/>
          </ac:spMkLst>
        </pc:spChg>
        <pc:spChg chg="add">
          <ac:chgData name="Ziv Abraham" userId="c4913433ebff2b9d" providerId="LiveId" clId="{3DCE9E76-4607-4482-828F-6A8054342288}" dt="2026-05-01T11:28:32.021" v="548" actId="26606"/>
          <ac:spMkLst>
            <pc:docMk/>
            <pc:sldMk cId="258052296" sldId="257"/>
            <ac:spMk id="53" creationId="{08980754-6F4B-43C9-B9BE-127B6BED6586}"/>
          </ac:spMkLst>
        </pc:spChg>
        <pc:spChg chg="add">
          <ac:chgData name="Ziv Abraham" userId="c4913433ebff2b9d" providerId="LiveId" clId="{3DCE9E76-4607-4482-828F-6A8054342288}" dt="2026-05-01T11:28:32.021" v="548" actId="26606"/>
          <ac:spMkLst>
            <pc:docMk/>
            <pc:sldMk cId="258052296" sldId="257"/>
            <ac:spMk id="54" creationId="{2C1BBA94-3F40-40AA-8BB9-E69E25E537C1}"/>
          </ac:spMkLst>
        </pc:spChg>
        <pc:picChg chg="add del mod">
          <ac:chgData name="Ziv Abraham" userId="c4913433ebff2b9d" providerId="LiveId" clId="{3DCE9E76-4607-4482-828F-6A8054342288}" dt="2026-05-01T11:20:28.732" v="125" actId="478"/>
          <ac:picMkLst>
            <pc:docMk/>
            <pc:sldMk cId="258052296" sldId="257"/>
            <ac:picMk id="9" creationId="{536FEB4B-36CC-E86A-29BE-762D32BEB322}"/>
          </ac:picMkLst>
        </pc:picChg>
        <pc:picChg chg="add mod ord">
          <ac:chgData name="Ziv Abraham" userId="c4913433ebff2b9d" providerId="LiveId" clId="{3DCE9E76-4607-4482-828F-6A8054342288}" dt="2026-05-01T11:28:32.021" v="548" actId="26606"/>
          <ac:picMkLst>
            <pc:docMk/>
            <pc:sldMk cId="258052296" sldId="257"/>
            <ac:picMk id="11" creationId="{2463ABA3-3AE8-0466-785A-3BE179C4C256}"/>
          </ac:picMkLst>
        </pc:picChg>
      </pc:sldChg>
      <pc:sldChg chg="add del setBg">
        <pc:chgData name="Ziv Abraham" userId="c4913433ebff2b9d" providerId="LiveId" clId="{3DCE9E76-4607-4482-828F-6A8054342288}" dt="2026-05-01T11:26:48.317" v="482"/>
        <pc:sldMkLst>
          <pc:docMk/>
          <pc:sldMk cId="162152955" sldId="258"/>
        </pc:sldMkLst>
      </pc:sldChg>
      <pc:sldChg chg="new del">
        <pc:chgData name="Ziv Abraham" userId="c4913433ebff2b9d" providerId="LiveId" clId="{3DCE9E76-4607-4482-828F-6A8054342288}" dt="2026-05-01T11:26:44.772" v="480" actId="47"/>
        <pc:sldMkLst>
          <pc:docMk/>
          <pc:sldMk cId="821112053" sldId="258"/>
        </pc:sldMkLst>
      </pc:sldChg>
      <pc:sldChg chg="addSp delSp modSp add mod setBg">
        <pc:chgData name="Ziv Abraham" userId="c4913433ebff2b9d" providerId="LiveId" clId="{3DCE9E76-4607-4482-828F-6A8054342288}" dt="2026-05-01T12:15:29.312" v="2773" actId="20577"/>
        <pc:sldMkLst>
          <pc:docMk/>
          <pc:sldMk cId="1512192545" sldId="258"/>
        </pc:sldMkLst>
        <pc:spChg chg="add mod">
          <ac:chgData name="Ziv Abraham" userId="c4913433ebff2b9d" providerId="LiveId" clId="{3DCE9E76-4607-4482-828F-6A8054342288}" dt="2026-05-01T12:13:23.358" v="2723" actId="20577"/>
          <ac:spMkLst>
            <pc:docMk/>
            <pc:sldMk cId="1512192545" sldId="258"/>
            <ac:spMk id="3" creationId="{AC8036B7-31C5-ED0E-54A6-4AFB94023E01}"/>
          </ac:spMkLst>
        </pc:spChg>
        <pc:spChg chg="mod">
          <ac:chgData name="Ziv Abraham" userId="c4913433ebff2b9d" providerId="LiveId" clId="{3DCE9E76-4607-4482-828F-6A8054342288}" dt="2026-05-01T11:27:11.640" v="529" actId="20577"/>
          <ac:spMkLst>
            <pc:docMk/>
            <pc:sldMk cId="1512192545" sldId="258"/>
            <ac:spMk id="7" creationId="{20CEF1BD-6E82-C9F5-6315-B902AE678C1B}"/>
          </ac:spMkLst>
        </pc:spChg>
        <pc:spChg chg="mod">
          <ac:chgData name="Ziv Abraham" userId="c4913433ebff2b9d" providerId="LiveId" clId="{3DCE9E76-4607-4482-828F-6A8054342288}" dt="2026-05-01T12:03:36.853" v="2029" actId="20577"/>
          <ac:spMkLst>
            <pc:docMk/>
            <pc:sldMk cId="1512192545" sldId="258"/>
            <ac:spMk id="12" creationId="{35DD9D8F-53DF-CF0E-9B60-CF3921841F7A}"/>
          </ac:spMkLst>
        </pc:spChg>
        <pc:graphicFrameChg chg="add mod modGraphic">
          <ac:chgData name="Ziv Abraham" userId="c4913433ebff2b9d" providerId="LiveId" clId="{3DCE9E76-4607-4482-828F-6A8054342288}" dt="2026-05-01T12:15:29.312" v="2773" actId="20577"/>
          <ac:graphicFrameMkLst>
            <pc:docMk/>
            <pc:sldMk cId="1512192545" sldId="258"/>
            <ac:graphicFrameMk id="2" creationId="{D5FE1567-6450-8FE7-CD32-90216FA63996}"/>
          </ac:graphicFrameMkLst>
        </pc:graphicFrameChg>
        <pc:picChg chg="del">
          <ac:chgData name="Ziv Abraham" userId="c4913433ebff2b9d" providerId="LiveId" clId="{3DCE9E76-4607-4482-828F-6A8054342288}" dt="2026-05-01T11:27:13.795" v="530" actId="478"/>
          <ac:picMkLst>
            <pc:docMk/>
            <pc:sldMk cId="1512192545" sldId="258"/>
            <ac:picMk id="11" creationId="{60FA47F2-E9AB-FD63-8D20-83B517473CA3}"/>
          </ac:picMkLst>
        </pc:picChg>
      </pc:sldChg>
      <pc:sldChg chg="delSp add del setBg delDesignElem">
        <pc:chgData name="Ziv Abraham" userId="c4913433ebff2b9d" providerId="LiveId" clId="{3DCE9E76-4607-4482-828F-6A8054342288}" dt="2026-05-01T12:14:15.229" v="2748" actId="47"/>
        <pc:sldMkLst>
          <pc:docMk/>
          <pc:sldMk cId="1324364502" sldId="259"/>
        </pc:sldMkLst>
        <pc:spChg chg="del">
          <ac:chgData name="Ziv Abraham" userId="c4913433ebff2b9d" providerId="LiveId" clId="{3DCE9E76-4607-4482-828F-6A8054342288}" dt="2026-05-01T12:14:07.733" v="2746"/>
          <ac:spMkLst>
            <pc:docMk/>
            <pc:sldMk cId="1324364502" sldId="259"/>
            <ac:spMk id="50" creationId="{5365539B-2866-8471-D5D7-EF09320576D3}"/>
          </ac:spMkLst>
        </pc:spChg>
        <pc:spChg chg="del">
          <ac:chgData name="Ziv Abraham" userId="c4913433ebff2b9d" providerId="LiveId" clId="{3DCE9E76-4607-4482-828F-6A8054342288}" dt="2026-05-01T12:14:07.733" v="2746"/>
          <ac:spMkLst>
            <pc:docMk/>
            <pc:sldMk cId="1324364502" sldId="259"/>
            <ac:spMk id="51" creationId="{F2E33E0F-D037-9349-9CD4-0CC02514F821}"/>
          </ac:spMkLst>
        </pc:spChg>
        <pc:spChg chg="del">
          <ac:chgData name="Ziv Abraham" userId="c4913433ebff2b9d" providerId="LiveId" clId="{3DCE9E76-4607-4482-828F-6A8054342288}" dt="2026-05-01T12:14:07.733" v="2746"/>
          <ac:spMkLst>
            <pc:docMk/>
            <pc:sldMk cId="1324364502" sldId="259"/>
            <ac:spMk id="52" creationId="{F76992CC-267B-F404-8BE0-12A55496272D}"/>
          </ac:spMkLst>
        </pc:spChg>
        <pc:spChg chg="del">
          <ac:chgData name="Ziv Abraham" userId="c4913433ebff2b9d" providerId="LiveId" clId="{3DCE9E76-4607-4482-828F-6A8054342288}" dt="2026-05-01T12:14:07.733" v="2746"/>
          <ac:spMkLst>
            <pc:docMk/>
            <pc:sldMk cId="1324364502" sldId="259"/>
            <ac:spMk id="53" creationId="{6C5BDD5C-C2F0-7606-DF56-3A8B49ADD5C6}"/>
          </ac:spMkLst>
        </pc:spChg>
        <pc:spChg chg="del">
          <ac:chgData name="Ziv Abraham" userId="c4913433ebff2b9d" providerId="LiveId" clId="{3DCE9E76-4607-4482-828F-6A8054342288}" dt="2026-05-01T12:14:07.733" v="2746"/>
          <ac:spMkLst>
            <pc:docMk/>
            <pc:sldMk cId="1324364502" sldId="259"/>
            <ac:spMk id="54" creationId="{8CADB4FC-4832-857A-6FEE-08947CD2F3CF}"/>
          </ac:spMkLst>
        </pc:spChg>
      </pc:sldChg>
      <pc:sldChg chg="addSp delSp modSp add del mod">
        <pc:chgData name="Ziv Abraham" userId="c4913433ebff2b9d" providerId="LiveId" clId="{3DCE9E76-4607-4482-828F-6A8054342288}" dt="2026-05-01T12:14:38.534" v="2758" actId="47"/>
        <pc:sldMkLst>
          <pc:docMk/>
          <pc:sldMk cId="434488389" sldId="260"/>
        </pc:sldMkLst>
        <pc:spChg chg="add del mod">
          <ac:chgData name="Ziv Abraham" userId="c4913433ebff2b9d" providerId="LiveId" clId="{3DCE9E76-4607-4482-828F-6A8054342288}" dt="2026-05-01T12:14:19.317" v="2750" actId="478"/>
          <ac:spMkLst>
            <pc:docMk/>
            <pc:sldMk cId="434488389" sldId="260"/>
            <ac:spMk id="3" creationId="{87D2F014-C9AB-108A-B3C5-A6128B0BE977}"/>
          </ac:spMkLst>
        </pc:spChg>
        <pc:spChg chg="add del mod">
          <ac:chgData name="Ziv Abraham" userId="c4913433ebff2b9d" providerId="LiveId" clId="{3DCE9E76-4607-4482-828F-6A8054342288}" dt="2026-05-01T12:14:19.317" v="2750" actId="478"/>
          <ac:spMkLst>
            <pc:docMk/>
            <pc:sldMk cId="434488389" sldId="260"/>
            <ac:spMk id="5" creationId="{01023C7C-6376-6504-2673-178F0E0394B9}"/>
          </ac:spMkLst>
        </pc:spChg>
        <pc:spChg chg="add del">
          <ac:chgData name="Ziv Abraham" userId="c4913433ebff2b9d" providerId="LiveId" clId="{3DCE9E76-4607-4482-828F-6A8054342288}" dt="2026-05-01T12:14:24.143" v="2753" actId="478"/>
          <ac:spMkLst>
            <pc:docMk/>
            <pc:sldMk cId="434488389" sldId="260"/>
            <ac:spMk id="7" creationId="{0D6B8628-B0EE-51C0-B772-10DDDE696F28}"/>
          </ac:spMkLst>
        </pc:spChg>
        <pc:spChg chg="add del mod">
          <ac:chgData name="Ziv Abraham" userId="c4913433ebff2b9d" providerId="LiveId" clId="{3DCE9E76-4607-4482-828F-6A8054342288}" dt="2026-05-01T12:14:37.410" v="2757" actId="478"/>
          <ac:spMkLst>
            <pc:docMk/>
            <pc:sldMk cId="434488389" sldId="260"/>
            <ac:spMk id="8" creationId="{8AE5F262-2C29-A07D-8102-7B34EF8B9E9E}"/>
          </ac:spMkLst>
        </pc:spChg>
        <pc:spChg chg="add del mod">
          <ac:chgData name="Ziv Abraham" userId="c4913433ebff2b9d" providerId="LiveId" clId="{3DCE9E76-4607-4482-828F-6A8054342288}" dt="2026-05-01T12:14:25.821" v="2754" actId="478"/>
          <ac:spMkLst>
            <pc:docMk/>
            <pc:sldMk cId="434488389" sldId="260"/>
            <ac:spMk id="10" creationId="{43C96098-7294-DED9-E010-D3B790BDDDAE}"/>
          </ac:spMkLst>
        </pc:spChg>
        <pc:spChg chg="add del">
          <ac:chgData name="Ziv Abraham" userId="c4913433ebff2b9d" providerId="LiveId" clId="{3DCE9E76-4607-4482-828F-6A8054342288}" dt="2026-05-01T12:14:22.447" v="2752" actId="478"/>
          <ac:spMkLst>
            <pc:docMk/>
            <pc:sldMk cId="434488389" sldId="260"/>
            <ac:spMk id="12" creationId="{679BA1B8-3F9D-7495-7137-8FE704B48C42}"/>
          </ac:spMkLst>
        </pc:spChg>
        <pc:spChg chg="add mod">
          <ac:chgData name="Ziv Abraham" userId="c4913433ebff2b9d" providerId="LiveId" clId="{3DCE9E76-4607-4482-828F-6A8054342288}" dt="2026-05-01T12:14:31.463" v="2756"/>
          <ac:spMkLst>
            <pc:docMk/>
            <pc:sldMk cId="434488389" sldId="260"/>
            <ac:spMk id="13" creationId="{7968835C-2C28-A688-F353-C9B8D32C5995}"/>
          </ac:spMkLst>
        </pc:spChg>
        <pc:spChg chg="add mod">
          <ac:chgData name="Ziv Abraham" userId="c4913433ebff2b9d" providerId="LiveId" clId="{3DCE9E76-4607-4482-828F-6A8054342288}" dt="2026-05-01T12:14:31.463" v="2756"/>
          <ac:spMkLst>
            <pc:docMk/>
            <pc:sldMk cId="434488389" sldId="260"/>
            <ac:spMk id="14" creationId="{C61CD302-BC27-203D-7435-A1B082671D66}"/>
          </ac:spMkLst>
        </pc:spChg>
        <pc:spChg chg="add mod">
          <ac:chgData name="Ziv Abraham" userId="c4913433ebff2b9d" providerId="LiveId" clId="{3DCE9E76-4607-4482-828F-6A8054342288}" dt="2026-05-01T12:14:31.463" v="2756"/>
          <ac:spMkLst>
            <pc:docMk/>
            <pc:sldMk cId="434488389" sldId="260"/>
            <ac:spMk id="16" creationId="{36428179-75F0-4907-692A-78E52F987A30}"/>
          </ac:spMkLst>
        </pc:spChg>
        <pc:spChg chg="add del">
          <ac:chgData name="Ziv Abraham" userId="c4913433ebff2b9d" providerId="LiveId" clId="{3DCE9E76-4607-4482-828F-6A8054342288}" dt="2026-05-01T12:14:19.317" v="2750" actId="478"/>
          <ac:spMkLst>
            <pc:docMk/>
            <pc:sldMk cId="434488389" sldId="260"/>
            <ac:spMk id="50" creationId="{B6BAE83F-6ECB-38C7-6C46-A807C9D74585}"/>
          </ac:spMkLst>
        </pc:spChg>
        <pc:spChg chg="add del">
          <ac:chgData name="Ziv Abraham" userId="c4913433ebff2b9d" providerId="LiveId" clId="{3DCE9E76-4607-4482-828F-6A8054342288}" dt="2026-05-01T12:14:19.317" v="2750" actId="478"/>
          <ac:spMkLst>
            <pc:docMk/>
            <pc:sldMk cId="434488389" sldId="260"/>
            <ac:spMk id="51" creationId="{7FEA3CFA-EDFF-F5FC-378F-54D11BE853DB}"/>
          </ac:spMkLst>
        </pc:spChg>
        <pc:spChg chg="add del">
          <ac:chgData name="Ziv Abraham" userId="c4913433ebff2b9d" providerId="LiveId" clId="{3DCE9E76-4607-4482-828F-6A8054342288}" dt="2026-05-01T12:14:19.317" v="2750" actId="478"/>
          <ac:spMkLst>
            <pc:docMk/>
            <pc:sldMk cId="434488389" sldId="260"/>
            <ac:spMk id="52" creationId="{94733645-62BE-9F20-BB79-E18D86A53E33}"/>
          </ac:spMkLst>
        </pc:spChg>
        <pc:spChg chg="add del">
          <ac:chgData name="Ziv Abraham" userId="c4913433ebff2b9d" providerId="LiveId" clId="{3DCE9E76-4607-4482-828F-6A8054342288}" dt="2026-05-01T12:14:19.317" v="2750" actId="478"/>
          <ac:spMkLst>
            <pc:docMk/>
            <pc:sldMk cId="434488389" sldId="260"/>
            <ac:spMk id="53" creationId="{D67D695F-3901-0F32-506E-FC9E026BA9D1}"/>
          </ac:spMkLst>
        </pc:spChg>
        <pc:spChg chg="add del">
          <ac:chgData name="Ziv Abraham" userId="c4913433ebff2b9d" providerId="LiveId" clId="{3DCE9E76-4607-4482-828F-6A8054342288}" dt="2026-05-01T12:14:19.317" v="2750" actId="478"/>
          <ac:spMkLst>
            <pc:docMk/>
            <pc:sldMk cId="434488389" sldId="260"/>
            <ac:spMk id="54" creationId="{C8670898-B55E-D51A-AFFD-E9FB249F1B85}"/>
          </ac:spMkLst>
        </pc:spChg>
        <pc:graphicFrameChg chg="add mod">
          <ac:chgData name="Ziv Abraham" userId="c4913433ebff2b9d" providerId="LiveId" clId="{3DCE9E76-4607-4482-828F-6A8054342288}" dt="2026-05-01T12:14:31.463" v="2756"/>
          <ac:graphicFrameMkLst>
            <pc:docMk/>
            <pc:sldMk cId="434488389" sldId="260"/>
            <ac:graphicFrameMk id="15" creationId="{49BCF4E3-8C34-B17C-E6BB-2134E82DF657}"/>
          </ac:graphicFrameMkLst>
        </pc:graphicFrameChg>
        <pc:picChg chg="add del">
          <ac:chgData name="Ziv Abraham" userId="c4913433ebff2b9d" providerId="LiveId" clId="{3DCE9E76-4607-4482-828F-6A8054342288}" dt="2026-05-01T12:14:21.694" v="2751" actId="478"/>
          <ac:picMkLst>
            <pc:docMk/>
            <pc:sldMk cId="434488389" sldId="260"/>
            <ac:picMk id="11" creationId="{4F5E9020-E2DB-A39D-DD56-5439554853F9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1CFB0-5DC7-0114-8A15-0AA1FFCBB0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13C45E-C15C-B250-46A9-C8DC7DDB67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61CC95-CD82-3B55-EE1E-0F7FFC7959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EB46D8-069D-459E-B16B-339FA4F901E8}" type="datetimeFigureOut">
              <a:rPr lang="LID4096" smtClean="0"/>
              <a:t>05/01/2026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BED221-7E9F-24C1-E971-6CCFAE3591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950AA1-3035-BA54-190F-898808DBCE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D04C36-D915-4417-AA28-B9577E800FC1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259156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A5BBBE-3920-CA69-F55A-D09680FF9D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6BE2F3-A496-5B7F-C15A-7D6FA77B25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90A7E4-8924-B2A5-D3CD-E7B982F528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EB46D8-069D-459E-B16B-339FA4F901E8}" type="datetimeFigureOut">
              <a:rPr lang="LID4096" smtClean="0"/>
              <a:t>05/01/2026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934A3F-C63E-7BBB-798D-16CB71FF4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321FE1-8F49-D89D-FAFB-329AC2F85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D04C36-D915-4417-AA28-B9577E800FC1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9175002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10C2FF-DAB4-2C28-4488-33BFEE7473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94A033-3228-D254-6E93-FD60A17F9F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DFA445-AEEC-F199-E49C-B7BC3AEF8E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EB46D8-069D-459E-B16B-339FA4F901E8}" type="datetimeFigureOut">
              <a:rPr lang="LID4096" smtClean="0"/>
              <a:t>05/01/2026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648CAE-8BA5-EC85-CA33-07910AB13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7F36D0-E103-AA5A-BFF8-0B6F6167DE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D04C36-D915-4417-AA28-B9577E800FC1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756410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4E8DB-02A7-BEA7-351F-D47E3C068C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AAF6A9-DECC-2073-F2E2-26A61A89E0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3C9427-98B3-0DDD-CFA7-16693650A8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8521E2-E686-71D5-F1ED-E19626666A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EB46D8-069D-459E-B16B-339FA4F901E8}" type="datetimeFigureOut">
              <a:rPr lang="LID4096" smtClean="0"/>
              <a:t>05/01/2026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FC726D-DE2F-A861-9B72-C7342F292C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B654E5-E258-3F05-858D-6D47E36AF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D04C36-D915-4417-AA28-B9577E800FC1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540488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2A2FA4-970C-9711-107B-FEDE517797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944E15-1BB9-44A9-4B89-07E4EFC0A2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A58256-3AF2-B155-DB5A-417C1A15C1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F2731D8-A0BF-595D-022C-E5C8E16A5C5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3EE880C-60E1-FD43-5ED8-00809B9870C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BEA1324-8DB7-058A-E31D-FA311A35FB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EB46D8-069D-459E-B16B-339FA4F901E8}" type="datetimeFigureOut">
              <a:rPr lang="LID4096" smtClean="0"/>
              <a:t>05/01/2026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B6D578F-269C-46A2-5365-ED8C08E401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4B124C7-AF3D-9696-079F-5667ED7DBB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D04C36-D915-4417-AA28-B9577E800FC1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669075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49C818-B616-F9D6-421E-D485AE76EB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BAF1B75-857C-CEF7-2E73-22A67736D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EB46D8-069D-459E-B16B-339FA4F901E8}" type="datetimeFigureOut">
              <a:rPr lang="LID4096" smtClean="0"/>
              <a:t>05/01/2026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6AFBF8-ED2E-94ED-B605-CE8F2292CB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B030CFF-BE93-514D-9E01-A85A331EB3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D04C36-D915-4417-AA28-B9577E800FC1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363136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3D3BE9-5612-2FB6-258B-923858DA38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EB46D8-069D-459E-B16B-339FA4F901E8}" type="datetimeFigureOut">
              <a:rPr lang="LID4096" smtClean="0"/>
              <a:t>05/01/2026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5DCACCD-8A31-A141-0D42-17D518FE5C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696BF1-8899-C2BD-9383-A525F41BB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D04C36-D915-4417-AA28-B9577E800FC1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499470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D6764-E336-E561-BCA2-F66D5B95B7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E92E0A-FFCD-419B-7A8C-4AC5BF2254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155FE2-AECF-A747-DC53-4C42D24216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041D74-0FD6-902A-33E0-F8A71980E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EB46D8-069D-459E-B16B-339FA4F901E8}" type="datetimeFigureOut">
              <a:rPr lang="LID4096" smtClean="0"/>
              <a:t>05/01/2026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4F6C09-12D5-0DBF-B4A6-5686786BBD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502637-061F-2F18-37A8-6367F42D2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D04C36-D915-4417-AA28-B9577E800FC1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730939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4FF73A-ED16-C180-1F9D-8695481BBF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1A94F1F-9038-85C4-6E2A-D4A9ED644F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213423-AB08-863D-9F38-BDF8627E3C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A96D62-3698-A139-132D-D83D2ECC56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EB46D8-069D-459E-B16B-339FA4F901E8}" type="datetimeFigureOut">
              <a:rPr lang="LID4096" smtClean="0"/>
              <a:t>05/01/2026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DCC08F-298F-130B-4DA2-174EFEBDEE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C043EB-2E55-BB66-73CA-EBEEE1D5D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D04C36-D915-4417-AA28-B9577E800FC1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18540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08F74-5FB8-851E-05C3-458C2BE27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634432-90D2-4531-158C-FAB5BA0C86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527D8C-EBCF-F3CE-C77B-463ACFEA12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EB46D8-069D-459E-B16B-339FA4F901E8}" type="datetimeFigureOut">
              <a:rPr lang="LID4096" smtClean="0"/>
              <a:t>05/01/2026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B9937F-E6B3-7214-C554-C4C60E94F2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4C1DD9-3B8B-C8B9-9D70-B48FF118E0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D04C36-D915-4417-AA28-B9577E800FC1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0319332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F287863-F287-E9FD-4005-0618D492664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665D4A-9DD6-AAA6-7E4A-A863545D3D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5476D4-5DBE-B018-3617-A4CA5FAC59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EB46D8-069D-459E-B16B-339FA4F901E8}" type="datetimeFigureOut">
              <a:rPr lang="LID4096" smtClean="0"/>
              <a:t>05/01/2026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57B9BE-D039-477E-3C2C-A91C742062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4731A2-DE5E-F779-8499-069E7A25C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D04C36-D915-4417-AA28-B9577E800FC1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204953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57D1901-359E-83BD-9DCC-ACB1BD5C8F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757DB8-8D19-C6CF-81AE-9D7E984904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5C20ED-9D6D-ADA7-609D-9EF86EB4AC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1EB46D8-069D-459E-B16B-339FA4F901E8}" type="datetimeFigureOut">
              <a:rPr lang="LID4096" smtClean="0"/>
              <a:t>05/01/2026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B5161F-F9D2-AD9C-1F42-A5B8B59E45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112F-1DDE-28B5-E553-9323116E08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1D04C36-D915-4417-AA28-B9577E800FC1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739090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Volume indicators">
            <a:extLst>
              <a:ext uri="{FF2B5EF4-FFF2-40B4-BE49-F238E27FC236}">
                <a16:creationId xmlns:a16="http://schemas.microsoft.com/office/drawing/2014/main" id="{F3656BCA-DB43-1574-0B18-764A859617C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t="12134" b="8919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EB0222B5-B739-82A9-5CCC-C5585AE12A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344663" y="-4344657"/>
            <a:ext cx="3512260" cy="12201589"/>
          </a:xfrm>
          <a:prstGeom prst="rect">
            <a:avLst/>
          </a:prstGeom>
          <a:gradFill flip="none" rotWithShape="1">
            <a:gsLst>
              <a:gs pos="10000">
                <a:srgbClr val="000000">
                  <a:alpha val="0"/>
                </a:srgbClr>
              </a:gs>
              <a:gs pos="66000">
                <a:srgbClr val="000000">
                  <a:alpha val="46000"/>
                </a:srgbClr>
              </a:gs>
              <a:gs pos="100000">
                <a:srgbClr val="000000">
                  <a:alpha val="60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8052AA-D399-7855-FB30-531E5F02FC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2000" y="1137434"/>
            <a:ext cx="7800660" cy="1520987"/>
          </a:xfrm>
        </p:spPr>
        <p:txBody>
          <a:bodyPr anchor="t">
            <a:normAutofit/>
          </a:bodyPr>
          <a:lstStyle/>
          <a:p>
            <a:pPr algn="l"/>
            <a:r>
              <a:rPr lang="en-US" sz="4000" dirty="0">
                <a:solidFill>
                  <a:srgbClr val="FFFFFF"/>
                </a:solidFill>
              </a:rPr>
              <a:t>Microchip Audio Analyzer</a:t>
            </a:r>
            <a:br>
              <a:rPr lang="en-US" sz="4000" dirty="0">
                <a:solidFill>
                  <a:srgbClr val="FFFFFF"/>
                </a:solidFill>
              </a:rPr>
            </a:br>
            <a:r>
              <a:rPr lang="en-US" sz="4000" dirty="0">
                <a:solidFill>
                  <a:srgbClr val="FFFFFF"/>
                </a:solidFill>
              </a:rPr>
              <a:t>	</a:t>
            </a:r>
            <a:endParaRPr lang="LID4096" sz="4000" dirty="0">
              <a:solidFill>
                <a:srgbClr val="FFFFFF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BE23E75-E7E9-4D9F-6D25-5512363F86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4878570" y="-449383"/>
            <a:ext cx="2425271" cy="12201588"/>
          </a:xfrm>
          <a:prstGeom prst="rect">
            <a:avLst/>
          </a:prstGeom>
          <a:gradFill flip="none" rotWithShape="1">
            <a:gsLst>
              <a:gs pos="10000">
                <a:srgbClr val="000000">
                  <a:alpha val="0"/>
                </a:srgbClr>
              </a:gs>
              <a:gs pos="66000">
                <a:srgbClr val="000000">
                  <a:alpha val="35000"/>
                </a:srgbClr>
              </a:gs>
              <a:gs pos="100000">
                <a:srgbClr val="000000">
                  <a:alpha val="45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082EC76-5D65-E294-F6B4-73A2642C11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4293441"/>
            <a:ext cx="6295332" cy="1588514"/>
          </a:xfrm>
        </p:spPr>
        <p:txBody>
          <a:bodyPr anchor="b">
            <a:normAutofit/>
          </a:bodyPr>
          <a:lstStyle/>
          <a:p>
            <a:pPr algn="l"/>
            <a:r>
              <a:rPr lang="en-US" sz="1800">
                <a:solidFill>
                  <a:srgbClr val="FFFFFF"/>
                </a:solidFill>
              </a:rPr>
              <a:t>Ziv Abraham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1B115DB-65EB-3FC3-7284-CFDF4ADC60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65140" y="871146"/>
            <a:ext cx="736939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78843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9D094C-F889-6903-AE28-83C665F4DB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0" name="Rectangle 49">
            <a:extLst>
              <a:ext uri="{FF2B5EF4-FFF2-40B4-BE49-F238E27FC236}">
                <a16:creationId xmlns:a16="http://schemas.microsoft.com/office/drawing/2014/main" id="{DBC6133C-0615-4CE4-9132-37E609A9BD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727825D-8D5D-51C3-2348-CDE173B1C4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5064" y="525982"/>
            <a:ext cx="4282983" cy="1200361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/>
            <a:r>
              <a:rPr lang="en-US" sz="3600" u="sng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Project description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169CC832-2974-4E8D-90ED-3E2941BA73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16533" y="1944913"/>
            <a:ext cx="402336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025755C4-A103-A728-5FF4-1FAEAD9236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5066" y="2031101"/>
            <a:ext cx="4282984" cy="351194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1500" u="sng" dirty="0"/>
              <a:t>Hardware:</a:t>
            </a:r>
          </a:p>
          <a:p>
            <a:pPr marL="342900" indent="-228600" algn="l">
              <a:buFont typeface="Arial" panose="020B0604020202020204" pitchFamily="34" charset="0"/>
              <a:buChar char="•"/>
            </a:pPr>
            <a:r>
              <a:rPr lang="en-US" sz="1500" dirty="0"/>
              <a:t>Microchip – ESP32</a:t>
            </a:r>
          </a:p>
          <a:p>
            <a:pPr marL="342900" indent="-228600" algn="l">
              <a:buFont typeface="Arial" panose="020B0604020202020204" pitchFamily="34" charset="0"/>
              <a:buChar char="•"/>
            </a:pPr>
            <a:r>
              <a:rPr lang="en-US" sz="1500" dirty="0"/>
              <a:t>Microphone module</a:t>
            </a:r>
          </a:p>
          <a:p>
            <a:pPr marL="342900" indent="-228600" algn="l">
              <a:buFont typeface="Arial" panose="020B0604020202020204" pitchFamily="34" charset="0"/>
              <a:buChar char="•"/>
            </a:pPr>
            <a:r>
              <a:rPr lang="en-US" sz="1500" dirty="0"/>
              <a:t>NE5532 OP-AMP with X22 Amplification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1500" u="sng" dirty="0"/>
              <a:t>Software:</a:t>
            </a:r>
          </a:p>
          <a:p>
            <a:pPr marL="342900" indent="-228600" algn="l">
              <a:buFont typeface="Arial" panose="020B0604020202020204" pitchFamily="34" charset="0"/>
              <a:buChar char="•"/>
            </a:pPr>
            <a:r>
              <a:rPr lang="en-US" sz="1500" dirty="0"/>
              <a:t>C++, JS</a:t>
            </a:r>
          </a:p>
          <a:p>
            <a:pPr marL="342900" indent="-228600" algn="l">
              <a:buFont typeface="Arial" panose="020B0604020202020204" pitchFamily="34" charset="0"/>
              <a:buChar char="•"/>
            </a:pPr>
            <a:r>
              <a:rPr lang="en-US" sz="1500" dirty="0" err="1"/>
              <a:t>PlatformIO</a:t>
            </a:r>
            <a:r>
              <a:rPr lang="en-US" sz="1500" dirty="0"/>
              <a:t>, </a:t>
            </a:r>
            <a:r>
              <a:rPr lang="en-US" sz="1500" dirty="0" err="1"/>
              <a:t>arduinoFFT</a:t>
            </a:r>
            <a:r>
              <a:rPr lang="en-US" sz="1500" dirty="0"/>
              <a:t> library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1500" u="sng" dirty="0"/>
              <a:t>AI tools used:</a:t>
            </a:r>
          </a:p>
          <a:p>
            <a:pPr marL="342900" indent="-228600" algn="l">
              <a:buFont typeface="Arial" panose="020B0604020202020204" pitchFamily="34" charset="0"/>
              <a:buChar char="•"/>
            </a:pPr>
            <a:r>
              <a:rPr lang="en-US" sz="1500" dirty="0"/>
              <a:t>Gemini for design and planning</a:t>
            </a:r>
          </a:p>
          <a:p>
            <a:pPr marL="342900" indent="-228600" algn="l">
              <a:buFont typeface="Arial" panose="020B0604020202020204" pitchFamily="34" charset="0"/>
              <a:buChar char="•"/>
            </a:pPr>
            <a:r>
              <a:rPr lang="en-US" sz="1500" dirty="0" err="1"/>
              <a:t>Github</a:t>
            </a:r>
            <a:r>
              <a:rPr lang="en-US" sz="1500" dirty="0"/>
              <a:t> Copilot for code writing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55222F96-971A-4F90-B841-6BAB416C7A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225843" y="6053360"/>
            <a:ext cx="740664" cy="15412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08980754-6F4B-43C9-B9BE-127B6BED65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904923" y="215201"/>
            <a:ext cx="740664" cy="1183349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96793" y="354959"/>
            <a:ext cx="6184973" cy="591521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463ABA3-3AE8-0466-785A-3BE179C4C2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7738" y="1251303"/>
            <a:ext cx="5628018" cy="4122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0522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1E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F0D447-AD9D-233C-70EF-F2171896F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0CEF1BD-6E82-C9F5-6315-B902AE678C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5100" y="169863"/>
            <a:ext cx="5048250" cy="941387"/>
          </a:xfrm>
        </p:spPr>
        <p:txBody>
          <a:bodyPr>
            <a:normAutofit/>
          </a:bodyPr>
          <a:lstStyle/>
          <a:p>
            <a:pPr algn="l"/>
            <a:r>
              <a:rPr lang="en-US" sz="4400" u="sng" dirty="0"/>
              <a:t>The Math</a:t>
            </a:r>
            <a:endParaRPr lang="LID4096" sz="4400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Subtitle 2">
                <a:extLst>
                  <a:ext uri="{FF2B5EF4-FFF2-40B4-BE49-F238E27FC236}">
                    <a16:creationId xmlns:a16="http://schemas.microsoft.com/office/drawing/2014/main" id="{35DD9D8F-53DF-CF0E-9B60-CF3921841F7A}"/>
                  </a:ext>
                </a:extLst>
              </p:cNvPr>
              <p:cNvSpPr>
                <a:spLocks noGrp="1"/>
              </p:cNvSpPr>
              <p:nvPr>
                <p:ph type="subTitle" idx="1"/>
              </p:nvPr>
            </p:nvSpPr>
            <p:spPr>
              <a:xfrm>
                <a:off x="165100" y="1194180"/>
                <a:ext cx="10534650" cy="2012570"/>
              </a:xfrm>
            </p:spPr>
            <p:txBody>
              <a:bodyPr>
                <a:normAutofit/>
              </a:bodyPr>
              <a:lstStyle/>
              <a:p>
                <a:pPr algn="l"/>
                <a:r>
                  <a:rPr lang="en-US" sz="1800" dirty="0"/>
                  <a:t>Sampling rate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=10 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𝐾h𝑧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 →</m:t>
                    </m:r>
                  </m:oMath>
                </a14:m>
                <a:r>
                  <a:rPr lang="en-US" sz="1800" dirty="0"/>
                  <a:t> Maximum “viewable” frequency of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𝐾h𝑧</m:t>
                    </m:r>
                  </m:oMath>
                </a14:m>
                <a:r>
                  <a:rPr lang="en-US" sz="1800" dirty="0"/>
                  <a:t> (Nyquist).</a:t>
                </a:r>
              </a:p>
              <a:p>
                <a:pPr algn="l"/>
                <a:r>
                  <a:rPr lang="en-US" sz="1800" dirty="0"/>
                  <a:t>Number of samples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=2048</m:t>
                    </m:r>
                  </m:oMath>
                </a14:m>
                <a:r>
                  <a:rPr lang="en-US" sz="1800" b="0" dirty="0"/>
                  <a:t> : The number of samples we send in each block to perform the FFT.</a:t>
                </a:r>
              </a:p>
              <a:p>
                <a:pPr algn="l"/>
                <a:r>
                  <a:rPr lang="en-US" sz="1800" dirty="0"/>
                  <a:t>Given the sampling rate, we get </a:t>
                </a:r>
                <a:r>
                  <a:rPr lang="en-US" sz="1800" b="1" dirty="0"/>
                  <a:t>10 samples </a:t>
                </a:r>
                <a:r>
                  <a:rPr lang="en-US" sz="1800" dirty="0"/>
                  <a:t>every 1 millisecond, it takes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204.8 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𝑚𝑠</m:t>
                    </m:r>
                  </m:oMath>
                </a14:m>
                <a:r>
                  <a:rPr lang="en-US" sz="1800" dirty="0"/>
                  <a:t> in order to fill a block. This is the time limit to perform the calculations and to send them to the UI / Other processing needs. </a:t>
                </a:r>
              </a:p>
              <a:p>
                <a:pPr algn="l"/>
                <a:r>
                  <a:rPr lang="en-US" sz="1800" dirty="0"/>
                  <a:t>The ESP-32 has a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160 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𝑀𝐻𝑧</m:t>
                    </m:r>
                  </m:oMath>
                </a14:m>
                <a:r>
                  <a:rPr lang="en-US" sz="1800" dirty="0"/>
                  <a:t> CPU clock, assuming each complex multiplication takes around 10 cycles, we get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62.5 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𝑛𝑠</m:t>
                    </m:r>
                  </m:oMath>
                </a14:m>
                <a:r>
                  <a:rPr lang="en-US" sz="1800" dirty="0"/>
                  <a:t> per operation.</a:t>
                </a:r>
              </a:p>
              <a:p>
                <a:pPr algn="l"/>
                <a:endParaRPr lang="en-US" sz="1800" dirty="0"/>
              </a:p>
            </p:txBody>
          </p:sp>
        </mc:Choice>
        <mc:Fallback>
          <p:sp>
            <p:nvSpPr>
              <p:cNvPr id="12" name="Subtitle 2">
                <a:extLst>
                  <a:ext uri="{FF2B5EF4-FFF2-40B4-BE49-F238E27FC236}">
                    <a16:creationId xmlns:a16="http://schemas.microsoft.com/office/drawing/2014/main" id="{35DD9D8F-53DF-CF0E-9B60-CF3921841F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1"/>
              </p:nvPr>
            </p:nvSpPr>
            <p:spPr>
              <a:xfrm>
                <a:off x="165100" y="1194180"/>
                <a:ext cx="10534650" cy="2012570"/>
              </a:xfrm>
              <a:blipFill>
                <a:blip r:embed="rId2"/>
                <a:stretch>
                  <a:fillRect l="-463" t="-3030" r="-521" b="-2121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D5FE1567-6450-8FE7-CD32-90216FA6399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67072675"/>
                  </p:ext>
                </p:extLst>
              </p:nvPr>
            </p:nvGraphicFramePr>
            <p:xfrm>
              <a:off x="828675" y="3584892"/>
              <a:ext cx="10534650" cy="114274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32259">
                      <a:extLst>
                        <a:ext uri="{9D8B030D-6E8A-4147-A177-3AD203B41FA5}">
                          <a16:colId xmlns:a16="http://schemas.microsoft.com/office/drawing/2014/main" val="1428975273"/>
                        </a:ext>
                      </a:extLst>
                    </a:gridCol>
                    <a:gridCol w="5190841">
                      <a:extLst>
                        <a:ext uri="{9D8B030D-6E8A-4147-A177-3AD203B41FA5}">
                          <a16:colId xmlns:a16="http://schemas.microsoft.com/office/drawing/2014/main" val="1972944227"/>
                        </a:ext>
                      </a:extLst>
                    </a:gridCol>
                    <a:gridCol w="3511550">
                      <a:extLst>
                        <a:ext uri="{9D8B030D-6E8A-4147-A177-3AD203B41FA5}">
                          <a16:colId xmlns:a16="http://schemas.microsoft.com/office/drawing/2014/main" val="309907162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Comparison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FFT-Radix 2  </a:t>
                          </a:r>
                          <a14:m>
                            <m:oMath xmlns:m="http://schemas.openxmlformats.org/officeDocument/2006/math"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𝑶</m:t>
                              </m:r>
                              <m:d>
                                <m:dPr>
                                  <m:ctrlP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𝒏𝒍𝒐𝒈</m:t>
                                  </m:r>
                                  <m:d>
                                    <m:dPr>
                                      <m:ctrlPr>
                                        <a:rPr lang="en-US" b="1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1" i="1" smtClean="0">
                                          <a:latin typeface="Cambria Math" panose="02040503050406030204" pitchFamily="18" charset="0"/>
                                        </a:rPr>
                                        <m:t>𝒏</m:t>
                                      </m:r>
                                    </m:e>
                                  </m:d>
                                </m:e>
                              </m:d>
                            </m:oMath>
                          </a14:m>
                          <a:endParaRPr lang="en-US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Naive DFT  </a:t>
                          </a:r>
                          <a14:m>
                            <m:oMath xmlns:m="http://schemas.openxmlformats.org/officeDocument/2006/math"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𝑶</m:t>
                              </m:r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e>
                                <m:sup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𝟐</m:t>
                                  </m:r>
                                </m:sup>
                              </m:sSup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160233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Operations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2048⋅</m:t>
                                </m:r>
                                <m:func>
                                  <m:func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2048</m:t>
                                        </m:r>
                                      </m:e>
                                    </m:d>
                                  </m:e>
                                </m:func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=22,528</m:t>
                                </m:r>
                              </m:oMath>
                            </m:oMathPara>
                          </a14:m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2048</m:t>
                                    </m:r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≈4.194×</m:t>
                                </m:r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6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334256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Time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22528⋅62.5×</m:t>
                                </m:r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−9</m:t>
                                    </m:r>
                                  </m:sup>
                                </m:s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=1.4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𝑚𝑠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2048</m:t>
                                    </m:r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⋅62.5×</m:t>
                                </m:r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−9</m:t>
                                    </m:r>
                                  </m:sup>
                                </m:s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≈262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𝑚𝑠</m:t>
                                </m:r>
                              </m:oMath>
                            </m:oMathPara>
                          </a14:m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0873729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D5FE1567-6450-8FE7-CD32-90216FA6399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67072675"/>
                  </p:ext>
                </p:extLst>
              </p:nvPr>
            </p:nvGraphicFramePr>
            <p:xfrm>
              <a:off x="828675" y="3584892"/>
              <a:ext cx="10534650" cy="114274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32259">
                      <a:extLst>
                        <a:ext uri="{9D8B030D-6E8A-4147-A177-3AD203B41FA5}">
                          <a16:colId xmlns:a16="http://schemas.microsoft.com/office/drawing/2014/main" val="1428975273"/>
                        </a:ext>
                      </a:extLst>
                    </a:gridCol>
                    <a:gridCol w="5190841">
                      <a:extLst>
                        <a:ext uri="{9D8B030D-6E8A-4147-A177-3AD203B41FA5}">
                          <a16:colId xmlns:a16="http://schemas.microsoft.com/office/drawing/2014/main" val="1972944227"/>
                        </a:ext>
                      </a:extLst>
                    </a:gridCol>
                    <a:gridCol w="3511550">
                      <a:extLst>
                        <a:ext uri="{9D8B030D-6E8A-4147-A177-3AD203B41FA5}">
                          <a16:colId xmlns:a16="http://schemas.microsoft.com/office/drawing/2014/main" val="3099071622"/>
                        </a:ext>
                      </a:extLst>
                    </a:gridCol>
                  </a:tblGrid>
                  <a:tr h="40106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Comparison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>
                        <a:blipFill>
                          <a:blip r:embed="rId3"/>
                          <a:stretch>
                            <a:fillRect l="-35446" t="-6061" r="-68192" b="-20909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6061" r="-693" b="-20909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160233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Operations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>
                        <a:blipFill>
                          <a:blip r:embed="rId3"/>
                          <a:stretch>
                            <a:fillRect l="-35446" t="-114754" r="-68192" b="-1262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114754" r="-693" b="-12623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334256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Time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>
                        <a:blipFill>
                          <a:blip r:embed="rId3"/>
                          <a:stretch>
                            <a:fillRect l="-35446" t="-214754" r="-68192" b="-262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214754" r="-693" b="-2623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0873729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Subtitle 2">
                <a:extLst>
                  <a:ext uri="{FF2B5EF4-FFF2-40B4-BE49-F238E27FC236}">
                    <a16:creationId xmlns:a16="http://schemas.microsoft.com/office/drawing/2014/main" id="{AC8036B7-31C5-ED0E-54A6-4AFB94023E0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65099" y="5105780"/>
                <a:ext cx="10759209" cy="82512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lang="en-US" sz="1800" dirty="0"/>
                  <a:t>While the FFT leaves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203.4 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𝑚𝑠</m:t>
                    </m:r>
                  </m:oMath>
                </a14:m>
                <a:r>
                  <a:rPr lang="en-US" sz="1800" dirty="0"/>
                  <a:t> for other operations, the naive DFT would never be on time to send the data, before the buffer fills again.  The FFT allows us to perform real time signal analysis.</a:t>
                </a:r>
              </a:p>
            </p:txBody>
          </p:sp>
        </mc:Choice>
        <mc:Fallback>
          <p:sp>
            <p:nvSpPr>
              <p:cNvPr id="3" name="Subtitle 2">
                <a:extLst>
                  <a:ext uri="{FF2B5EF4-FFF2-40B4-BE49-F238E27FC236}">
                    <a16:creationId xmlns:a16="http://schemas.microsoft.com/office/drawing/2014/main" id="{AC8036B7-31C5-ED0E-54A6-4AFB94023E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099" y="5105780"/>
                <a:ext cx="10759209" cy="825120"/>
              </a:xfrm>
              <a:prstGeom prst="rect">
                <a:avLst/>
              </a:prstGeom>
              <a:blipFill>
                <a:blip r:embed="rId4"/>
                <a:stretch>
                  <a:fillRect l="-453" t="-740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121925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</TotalTime>
  <Words>238</Words>
  <Application>Microsoft Office PowerPoint</Application>
  <PresentationFormat>Widescreen</PresentationFormat>
  <Paragraphs>28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Cambria Math</vt:lpstr>
      <vt:lpstr>Office Theme</vt:lpstr>
      <vt:lpstr>Microchip Audio Analyzer  </vt:lpstr>
      <vt:lpstr>Project description</vt:lpstr>
      <vt:lpstr>The Math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Ziv Abraham</dc:creator>
  <cp:lastModifiedBy>Ziv Abraham</cp:lastModifiedBy>
  <cp:revision>1</cp:revision>
  <dcterms:created xsi:type="dcterms:W3CDTF">2026-05-01T10:52:18Z</dcterms:created>
  <dcterms:modified xsi:type="dcterms:W3CDTF">2026-05-01T12:15:30Z</dcterms:modified>
</cp:coreProperties>
</file>